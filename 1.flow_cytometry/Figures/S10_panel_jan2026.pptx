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528d723acb5251bb90bdd3960802899e2cf10baf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057400" y="1691481"/>
            <a:ext cx="10972800" cy="7315200"/>
            <a:chOff x="2057400" y="1691481"/>
            <a:chExt cx="10972800" cy="7315200"/>
          </a:xfrm>
        </p:grpSpPr>
        <p:sp>
          <p:nvSpPr>
            <p:cNvPr id="3" name="rc3"/>
            <p:cNvSpPr/>
            <p:nvPr/>
          </p:nvSpPr>
          <p:spPr>
            <a:xfrm>
              <a:off x="2057400" y="1691481"/>
              <a:ext cx="109728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057400" y="1691481"/>
              <a:ext cx="109728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pic>
          <p:nvPicPr>
            <p:cNvPr id="5" name="pic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7591" y="2129580"/>
              <a:ext cx="4692417" cy="2854553"/>
            </a:xfrm>
            <a:prstGeom prst="rect">
              <a:avLst/>
            </a:prstGeom>
          </p:spPr>
        </p:pic>
        <p:sp>
          <p:nvSpPr>
            <p:cNvPr id="6" name="rc6"/>
            <p:cNvSpPr/>
            <p:nvPr/>
          </p:nvSpPr>
          <p:spPr>
            <a:xfrm>
              <a:off x="2057400" y="4983321"/>
              <a:ext cx="5486400" cy="4023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453018" y="5370507"/>
              <a:ext cx="3929752" cy="26869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1644" y="5835195"/>
              <a:ext cx="2381667" cy="2100161"/>
            </a:xfrm>
            <a:custGeom>
              <a:avLst/>
              <a:pathLst>
                <a:path w="2381667" h="2100161">
                  <a:moveTo>
                    <a:pt x="0" y="2100161"/>
                  </a:moveTo>
                  <a:lnTo>
                    <a:pt x="238166" y="2041170"/>
                  </a:lnTo>
                  <a:lnTo>
                    <a:pt x="476333" y="1862353"/>
                  </a:lnTo>
                  <a:lnTo>
                    <a:pt x="714500" y="1623184"/>
                  </a:lnTo>
                  <a:lnTo>
                    <a:pt x="952667" y="1277407"/>
                  </a:lnTo>
                  <a:lnTo>
                    <a:pt x="1190833" y="611854"/>
                  </a:lnTo>
                  <a:lnTo>
                    <a:pt x="1429000" y="702378"/>
                  </a:lnTo>
                  <a:lnTo>
                    <a:pt x="1667167" y="309255"/>
                  </a:lnTo>
                  <a:lnTo>
                    <a:pt x="1905334" y="0"/>
                  </a:lnTo>
                  <a:lnTo>
                    <a:pt x="2143501" y="742993"/>
                  </a:lnTo>
                  <a:lnTo>
                    <a:pt x="2381667" y="631360"/>
                  </a:lnTo>
                </a:path>
              </a:pathLst>
            </a:custGeom>
            <a:ln w="13550" cap="flat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1644" y="5902568"/>
              <a:ext cx="2381667" cy="2031366"/>
            </a:xfrm>
            <a:custGeom>
              <a:avLst/>
              <a:pathLst>
                <a:path w="2381667" h="2031366">
                  <a:moveTo>
                    <a:pt x="0" y="2031366"/>
                  </a:moveTo>
                  <a:lnTo>
                    <a:pt x="238166" y="2016902"/>
                  </a:lnTo>
                  <a:lnTo>
                    <a:pt x="476333" y="1968056"/>
                  </a:lnTo>
                  <a:lnTo>
                    <a:pt x="714500" y="1243730"/>
                  </a:lnTo>
                  <a:lnTo>
                    <a:pt x="952667" y="789752"/>
                  </a:lnTo>
                  <a:lnTo>
                    <a:pt x="1190833" y="918247"/>
                  </a:lnTo>
                  <a:lnTo>
                    <a:pt x="1429000" y="330302"/>
                  </a:lnTo>
                  <a:lnTo>
                    <a:pt x="1667167" y="643165"/>
                  </a:lnTo>
                  <a:lnTo>
                    <a:pt x="1905334" y="643915"/>
                  </a:lnTo>
                  <a:lnTo>
                    <a:pt x="2143501" y="0"/>
                  </a:lnTo>
                  <a:lnTo>
                    <a:pt x="2381667" y="2180"/>
                  </a:lnTo>
                </a:path>
              </a:pathLst>
            </a:custGeom>
            <a:ln w="13550" cap="flat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31644" y="6486732"/>
              <a:ext cx="2381667" cy="1448624"/>
            </a:xfrm>
            <a:custGeom>
              <a:avLst/>
              <a:pathLst>
                <a:path w="2381667" h="1448624">
                  <a:moveTo>
                    <a:pt x="0" y="1448624"/>
                  </a:moveTo>
                  <a:lnTo>
                    <a:pt x="238166" y="1434030"/>
                  </a:lnTo>
                  <a:lnTo>
                    <a:pt x="476333" y="1312907"/>
                  </a:lnTo>
                  <a:lnTo>
                    <a:pt x="714500" y="995346"/>
                  </a:lnTo>
                  <a:lnTo>
                    <a:pt x="952667" y="587221"/>
                  </a:lnTo>
                  <a:lnTo>
                    <a:pt x="1190833" y="381763"/>
                  </a:lnTo>
                  <a:lnTo>
                    <a:pt x="1429000" y="47353"/>
                  </a:lnTo>
                  <a:lnTo>
                    <a:pt x="1667167" y="33030"/>
                  </a:lnTo>
                  <a:lnTo>
                    <a:pt x="1905334" y="0"/>
                  </a:lnTo>
                  <a:lnTo>
                    <a:pt x="2143501" y="291535"/>
                  </a:lnTo>
                  <a:lnTo>
                    <a:pt x="2381667" y="6472"/>
                  </a:lnTo>
                </a:path>
              </a:pathLst>
            </a:custGeom>
            <a:ln w="13550" cap="flat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31644" y="6544646"/>
              <a:ext cx="2381667" cy="1388665"/>
            </a:xfrm>
            <a:custGeom>
              <a:avLst/>
              <a:pathLst>
                <a:path w="2381667" h="1388665">
                  <a:moveTo>
                    <a:pt x="0" y="1388665"/>
                  </a:moveTo>
                  <a:lnTo>
                    <a:pt x="238166" y="1369308"/>
                  </a:lnTo>
                  <a:lnTo>
                    <a:pt x="476333" y="1313128"/>
                  </a:lnTo>
                  <a:lnTo>
                    <a:pt x="714500" y="953412"/>
                  </a:lnTo>
                  <a:lnTo>
                    <a:pt x="952667" y="361567"/>
                  </a:lnTo>
                  <a:lnTo>
                    <a:pt x="1190833" y="403675"/>
                  </a:lnTo>
                  <a:lnTo>
                    <a:pt x="1429000" y="37998"/>
                  </a:lnTo>
                  <a:lnTo>
                    <a:pt x="1667167" y="127316"/>
                  </a:lnTo>
                  <a:lnTo>
                    <a:pt x="1905334" y="41546"/>
                  </a:lnTo>
                  <a:lnTo>
                    <a:pt x="2143501" y="252999"/>
                  </a:lnTo>
                  <a:lnTo>
                    <a:pt x="2381667" y="0"/>
                  </a:lnTo>
                </a:path>
              </a:pathLst>
            </a:custGeom>
            <a:ln w="13550" cap="flat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606818" y="7910531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844984" y="7851539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083151" y="7672723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4321318" y="7433553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4559485" y="7087777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4797652" y="6422223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5035818" y="6512748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5273985" y="6119625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5512152" y="5810369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5750319" y="6553362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988485" y="6441730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606818" y="7909108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844984" y="7894645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083151" y="7845799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321318" y="7121473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559485" y="6667495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797652" y="6795990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035818" y="6208044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5273985" y="6520908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5512152" y="6521658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750319" y="5877742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988485" y="5879923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606818" y="7910531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844984" y="7895937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083151" y="7774814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21318" y="7457253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559485" y="7049128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797652" y="6843670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035818" y="6509260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273985" y="6494936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5512152" y="6461906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750319" y="6753442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5988485" y="6468378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606818" y="7908486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844984" y="7889129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083151" y="7832949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321318" y="7473232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559485" y="6881387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797652" y="6923496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5035818" y="6557818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273985" y="6647136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5512152" y="6561367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5750319" y="6772820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988485" y="6519820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631644" y="79353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857902" y="7851526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869810" y="7851526"/>
              <a:ext cx="0" cy="49678"/>
            </a:xfrm>
            <a:custGeom>
              <a:avLst/>
              <a:pathLst>
                <a:path w="0" h="49678">
                  <a:moveTo>
                    <a:pt x="0" y="0"/>
                  </a:moveTo>
                  <a:lnTo>
                    <a:pt x="0" y="4967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857902" y="7901205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096069" y="7548446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107977" y="7548446"/>
              <a:ext cx="0" cy="298205"/>
            </a:xfrm>
            <a:custGeom>
              <a:avLst/>
              <a:pathLst>
                <a:path w="0" h="298205">
                  <a:moveTo>
                    <a:pt x="0" y="0"/>
                  </a:moveTo>
                  <a:lnTo>
                    <a:pt x="0" y="29820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096069" y="7846652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334236" y="7444960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346144" y="7444960"/>
              <a:ext cx="0" cy="26838"/>
            </a:xfrm>
            <a:custGeom>
              <a:avLst/>
              <a:pathLst>
                <a:path w="0" h="26838">
                  <a:moveTo>
                    <a:pt x="0" y="0"/>
                  </a:moveTo>
                  <a:lnTo>
                    <a:pt x="0" y="2683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334236" y="7471798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572402" y="694613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584311" y="6946134"/>
              <a:ext cx="0" cy="332937"/>
            </a:xfrm>
            <a:custGeom>
              <a:avLst/>
              <a:pathLst>
                <a:path w="0" h="332937">
                  <a:moveTo>
                    <a:pt x="0" y="0"/>
                  </a:moveTo>
                  <a:lnTo>
                    <a:pt x="0" y="33293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572402" y="7279071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810569" y="6303218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822477" y="6303218"/>
              <a:ext cx="0" cy="287661"/>
            </a:xfrm>
            <a:custGeom>
              <a:avLst/>
              <a:pathLst>
                <a:path w="0" h="287661">
                  <a:moveTo>
                    <a:pt x="0" y="0"/>
                  </a:moveTo>
                  <a:lnTo>
                    <a:pt x="0" y="28766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810569" y="6590880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048736" y="6386519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060644" y="6386519"/>
              <a:ext cx="0" cy="302108"/>
            </a:xfrm>
            <a:custGeom>
              <a:avLst/>
              <a:pathLst>
                <a:path w="0" h="302108">
                  <a:moveTo>
                    <a:pt x="0" y="0"/>
                  </a:moveTo>
                  <a:lnTo>
                    <a:pt x="0" y="30210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048736" y="6688628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286903" y="6068857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298811" y="6068857"/>
              <a:ext cx="0" cy="151187"/>
            </a:xfrm>
            <a:custGeom>
              <a:avLst/>
              <a:pathLst>
                <a:path w="0" h="151187">
                  <a:moveTo>
                    <a:pt x="0" y="0"/>
                  </a:moveTo>
                  <a:lnTo>
                    <a:pt x="0" y="15118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286903" y="622004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25070" y="561449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36978" y="5614494"/>
              <a:ext cx="0" cy="441400"/>
            </a:xfrm>
            <a:custGeom>
              <a:avLst/>
              <a:pathLst>
                <a:path w="0" h="441400">
                  <a:moveTo>
                    <a:pt x="0" y="0"/>
                  </a:moveTo>
                  <a:lnTo>
                    <a:pt x="0" y="44140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525070" y="6055895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763236" y="6365078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775145" y="6365078"/>
              <a:ext cx="0" cy="426221"/>
            </a:xfrm>
            <a:custGeom>
              <a:avLst/>
              <a:pathLst>
                <a:path w="0" h="426221">
                  <a:moveTo>
                    <a:pt x="0" y="0"/>
                  </a:moveTo>
                  <a:lnTo>
                    <a:pt x="0" y="42622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763236" y="6791299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001403" y="6280755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6013311" y="6280755"/>
              <a:ext cx="0" cy="371601"/>
            </a:xfrm>
            <a:custGeom>
              <a:avLst/>
              <a:pathLst>
                <a:path w="0" h="371601">
                  <a:moveTo>
                    <a:pt x="0" y="0"/>
                  </a:moveTo>
                  <a:lnTo>
                    <a:pt x="0" y="37160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6001403" y="6652356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631644" y="7932512"/>
              <a:ext cx="0" cy="2844"/>
            </a:xfrm>
            <a:custGeom>
              <a:avLst/>
              <a:pathLst>
                <a:path w="0" h="2844">
                  <a:moveTo>
                    <a:pt x="0" y="0"/>
                  </a:moveTo>
                  <a:lnTo>
                    <a:pt x="0" y="284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857902" y="7917935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869810" y="7917935"/>
              <a:ext cx="0" cy="3071"/>
            </a:xfrm>
            <a:custGeom>
              <a:avLst/>
              <a:pathLst>
                <a:path w="0" h="3071">
                  <a:moveTo>
                    <a:pt x="0" y="0"/>
                  </a:moveTo>
                  <a:lnTo>
                    <a:pt x="0" y="307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857902" y="7921007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096069" y="7819803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107977" y="7819803"/>
              <a:ext cx="0" cy="101643"/>
            </a:xfrm>
            <a:custGeom>
              <a:avLst/>
              <a:pathLst>
                <a:path w="0" h="101643">
                  <a:moveTo>
                    <a:pt x="0" y="0"/>
                  </a:moveTo>
                  <a:lnTo>
                    <a:pt x="0" y="10164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096069" y="7921447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334236" y="694110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346144" y="6941104"/>
              <a:ext cx="0" cy="410389"/>
            </a:xfrm>
            <a:custGeom>
              <a:avLst/>
              <a:pathLst>
                <a:path w="0" h="410389">
                  <a:moveTo>
                    <a:pt x="0" y="0"/>
                  </a:moveTo>
                  <a:lnTo>
                    <a:pt x="0" y="41038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334236" y="735149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572402" y="6460365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584311" y="6460365"/>
              <a:ext cx="0" cy="463912"/>
            </a:xfrm>
            <a:custGeom>
              <a:avLst/>
              <a:pathLst>
                <a:path w="0" h="463912">
                  <a:moveTo>
                    <a:pt x="0" y="0"/>
                  </a:moveTo>
                  <a:lnTo>
                    <a:pt x="0" y="46391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572402" y="6924277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4810569" y="6734010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4822477" y="6734010"/>
              <a:ext cx="0" cy="173611"/>
            </a:xfrm>
            <a:custGeom>
              <a:avLst/>
              <a:pathLst>
                <a:path w="0" h="173611">
                  <a:moveTo>
                    <a:pt x="0" y="0"/>
                  </a:moveTo>
                  <a:lnTo>
                    <a:pt x="0" y="17361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810569" y="6907622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048736" y="6166403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060644" y="6166403"/>
              <a:ext cx="0" cy="132934"/>
            </a:xfrm>
            <a:custGeom>
              <a:avLst/>
              <a:pathLst>
                <a:path w="0" h="132934">
                  <a:moveTo>
                    <a:pt x="0" y="0"/>
                  </a:moveTo>
                  <a:lnTo>
                    <a:pt x="0" y="13293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048736" y="6299338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286903" y="6374647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298811" y="6374647"/>
              <a:ext cx="0" cy="342174"/>
            </a:xfrm>
            <a:custGeom>
              <a:avLst/>
              <a:pathLst>
                <a:path w="0" h="342174">
                  <a:moveTo>
                    <a:pt x="0" y="0"/>
                  </a:moveTo>
                  <a:lnTo>
                    <a:pt x="0" y="34217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286903" y="6716822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525070" y="621684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536978" y="6216844"/>
              <a:ext cx="0" cy="659278"/>
            </a:xfrm>
            <a:custGeom>
              <a:avLst/>
              <a:pathLst>
                <a:path w="0" h="659278">
                  <a:moveTo>
                    <a:pt x="0" y="0"/>
                  </a:moveTo>
                  <a:lnTo>
                    <a:pt x="0" y="65927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525070" y="6876123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763236" y="5567173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75145" y="5567173"/>
              <a:ext cx="0" cy="670791"/>
            </a:xfrm>
            <a:custGeom>
              <a:avLst/>
              <a:pathLst>
                <a:path w="0" h="670791">
                  <a:moveTo>
                    <a:pt x="0" y="0"/>
                  </a:moveTo>
                  <a:lnTo>
                    <a:pt x="0" y="67079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63236" y="623796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6001403" y="5492642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6013311" y="5492642"/>
              <a:ext cx="0" cy="824211"/>
            </a:xfrm>
            <a:custGeom>
              <a:avLst/>
              <a:pathLst>
                <a:path w="0" h="824211">
                  <a:moveTo>
                    <a:pt x="0" y="0"/>
                  </a:moveTo>
                  <a:lnTo>
                    <a:pt x="0" y="82421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6001403" y="631685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3631644" y="79353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3857902" y="791849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3869810" y="7918494"/>
              <a:ext cx="0" cy="4536"/>
            </a:xfrm>
            <a:custGeom>
              <a:avLst/>
              <a:pathLst>
                <a:path w="0" h="4536">
                  <a:moveTo>
                    <a:pt x="0" y="0"/>
                  </a:moveTo>
                  <a:lnTo>
                    <a:pt x="0" y="453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3857902" y="7923031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096069" y="7782359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107977" y="7782359"/>
              <a:ext cx="0" cy="34560"/>
            </a:xfrm>
            <a:custGeom>
              <a:avLst/>
              <a:pathLst>
                <a:path w="0" h="34560">
                  <a:moveTo>
                    <a:pt x="0" y="0"/>
                  </a:moveTo>
                  <a:lnTo>
                    <a:pt x="0" y="3456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096069" y="7816920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334236" y="7410683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346144" y="7410683"/>
              <a:ext cx="0" cy="142792"/>
            </a:xfrm>
            <a:custGeom>
              <a:avLst/>
              <a:pathLst>
                <a:path w="0" h="142792">
                  <a:moveTo>
                    <a:pt x="0" y="0"/>
                  </a:moveTo>
                  <a:lnTo>
                    <a:pt x="0" y="14279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334236" y="7553476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572402" y="6966452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584311" y="6966452"/>
              <a:ext cx="0" cy="215003"/>
            </a:xfrm>
            <a:custGeom>
              <a:avLst/>
              <a:pathLst>
                <a:path w="0" h="215003">
                  <a:moveTo>
                    <a:pt x="0" y="0"/>
                  </a:moveTo>
                  <a:lnTo>
                    <a:pt x="0" y="21500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572402" y="7181455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810569" y="6788627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822477" y="6788627"/>
              <a:ext cx="0" cy="159737"/>
            </a:xfrm>
            <a:custGeom>
              <a:avLst/>
              <a:pathLst>
                <a:path w="0" h="159737">
                  <a:moveTo>
                    <a:pt x="0" y="0"/>
                  </a:moveTo>
                  <a:lnTo>
                    <a:pt x="0" y="15973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810569" y="694836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048736" y="642644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060644" y="6426444"/>
              <a:ext cx="0" cy="215283"/>
            </a:xfrm>
            <a:custGeom>
              <a:avLst/>
              <a:pathLst>
                <a:path w="0" h="215283">
                  <a:moveTo>
                    <a:pt x="0" y="0"/>
                  </a:moveTo>
                  <a:lnTo>
                    <a:pt x="0" y="21528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048736" y="6641727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286903" y="6357400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298811" y="6357400"/>
              <a:ext cx="0" cy="324725"/>
            </a:xfrm>
            <a:custGeom>
              <a:avLst/>
              <a:pathLst>
                <a:path w="0" h="324725">
                  <a:moveTo>
                    <a:pt x="0" y="0"/>
                  </a:moveTo>
                  <a:lnTo>
                    <a:pt x="0" y="32472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286903" y="6682125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525070" y="6101299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536978" y="6101299"/>
              <a:ext cx="0" cy="770866"/>
            </a:xfrm>
            <a:custGeom>
              <a:avLst/>
              <a:pathLst>
                <a:path w="0" h="770866">
                  <a:moveTo>
                    <a:pt x="0" y="0"/>
                  </a:moveTo>
                  <a:lnTo>
                    <a:pt x="0" y="77086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525070" y="6872166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763236" y="6537545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775145" y="6537545"/>
              <a:ext cx="0" cy="481444"/>
            </a:xfrm>
            <a:custGeom>
              <a:avLst/>
              <a:pathLst>
                <a:path w="0" h="481444">
                  <a:moveTo>
                    <a:pt x="0" y="0"/>
                  </a:moveTo>
                  <a:lnTo>
                    <a:pt x="0" y="48144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763236" y="7018990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6001403" y="6131681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6013311" y="6131681"/>
              <a:ext cx="0" cy="723045"/>
            </a:xfrm>
            <a:custGeom>
              <a:avLst/>
              <a:pathLst>
                <a:path w="0" h="723045">
                  <a:moveTo>
                    <a:pt x="0" y="0"/>
                  </a:moveTo>
                  <a:lnTo>
                    <a:pt x="0" y="72304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6001403" y="6854727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631644" y="7931266"/>
              <a:ext cx="0" cy="4090"/>
            </a:xfrm>
            <a:custGeom>
              <a:avLst/>
              <a:pathLst>
                <a:path w="0" h="4090">
                  <a:moveTo>
                    <a:pt x="0" y="0"/>
                  </a:moveTo>
                  <a:lnTo>
                    <a:pt x="0" y="409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3857902" y="790930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3869810" y="7909304"/>
              <a:ext cx="0" cy="9302"/>
            </a:xfrm>
            <a:custGeom>
              <a:avLst/>
              <a:pathLst>
                <a:path w="0" h="9302">
                  <a:moveTo>
                    <a:pt x="0" y="0"/>
                  </a:moveTo>
                  <a:lnTo>
                    <a:pt x="0" y="930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3857902" y="7918606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4096069" y="7824233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4107977" y="7824233"/>
              <a:ext cx="0" cy="67083"/>
            </a:xfrm>
            <a:custGeom>
              <a:avLst/>
              <a:pathLst>
                <a:path w="0" h="67083">
                  <a:moveTo>
                    <a:pt x="0" y="0"/>
                  </a:moveTo>
                  <a:lnTo>
                    <a:pt x="0" y="6708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4096069" y="7891316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4334236" y="7468779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4346144" y="7468779"/>
              <a:ext cx="0" cy="58558"/>
            </a:xfrm>
            <a:custGeom>
              <a:avLst/>
              <a:pathLst>
                <a:path w="0" h="58558">
                  <a:moveTo>
                    <a:pt x="0" y="0"/>
                  </a:moveTo>
                  <a:lnTo>
                    <a:pt x="0" y="5855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4334236" y="7527338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4572402" y="6544803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4584311" y="6544803"/>
              <a:ext cx="0" cy="722820"/>
            </a:xfrm>
            <a:custGeom>
              <a:avLst/>
              <a:pathLst>
                <a:path w="0" h="722820">
                  <a:moveTo>
                    <a:pt x="0" y="0"/>
                  </a:moveTo>
                  <a:lnTo>
                    <a:pt x="0" y="72282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4572402" y="726762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4810569" y="6877264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4822477" y="6877264"/>
              <a:ext cx="0" cy="142115"/>
            </a:xfrm>
            <a:custGeom>
              <a:avLst/>
              <a:pathLst>
                <a:path w="0" h="142115">
                  <a:moveTo>
                    <a:pt x="0" y="0"/>
                  </a:moveTo>
                  <a:lnTo>
                    <a:pt x="0" y="14211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4810569" y="7019380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048736" y="6481037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060644" y="6481037"/>
              <a:ext cx="0" cy="203214"/>
            </a:xfrm>
            <a:custGeom>
              <a:avLst/>
              <a:pathLst>
                <a:path w="0" h="203214">
                  <a:moveTo>
                    <a:pt x="0" y="0"/>
                  </a:moveTo>
                  <a:lnTo>
                    <a:pt x="0" y="20321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048736" y="6684251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5286903" y="6536369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5298811" y="6536369"/>
              <a:ext cx="0" cy="271185"/>
            </a:xfrm>
            <a:custGeom>
              <a:avLst/>
              <a:pathLst>
                <a:path w="0" h="271185">
                  <a:moveTo>
                    <a:pt x="0" y="0"/>
                  </a:moveTo>
                  <a:lnTo>
                    <a:pt x="0" y="27118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286903" y="6807555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5525070" y="6323635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5536978" y="6323635"/>
              <a:ext cx="0" cy="525115"/>
            </a:xfrm>
            <a:custGeom>
              <a:avLst/>
              <a:pathLst>
                <a:path w="0" h="525115">
                  <a:moveTo>
                    <a:pt x="0" y="0"/>
                  </a:moveTo>
                  <a:lnTo>
                    <a:pt x="0" y="52511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5525070" y="6848751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5763236" y="6635529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5775145" y="6635529"/>
              <a:ext cx="0" cy="324233"/>
            </a:xfrm>
            <a:custGeom>
              <a:avLst/>
              <a:pathLst>
                <a:path w="0" h="324233">
                  <a:moveTo>
                    <a:pt x="0" y="0"/>
                  </a:moveTo>
                  <a:lnTo>
                    <a:pt x="0" y="32423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5763236" y="6959762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6001403" y="6294446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6013311" y="6294446"/>
              <a:ext cx="0" cy="500399"/>
            </a:xfrm>
            <a:custGeom>
              <a:avLst/>
              <a:pathLst>
                <a:path w="0" h="500399">
                  <a:moveTo>
                    <a:pt x="0" y="0"/>
                  </a:moveTo>
                  <a:lnTo>
                    <a:pt x="0" y="50039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6001403" y="6794846"/>
              <a:ext cx="23816" cy="0"/>
            </a:xfrm>
            <a:custGeom>
              <a:avLst/>
              <a:pathLst>
                <a:path w="23816" h="0">
                  <a:moveTo>
                    <a:pt x="0" y="0"/>
                  </a:moveTo>
                  <a:lnTo>
                    <a:pt x="2381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tx180"/>
            <p:cNvSpPr/>
            <p:nvPr/>
          </p:nvSpPr>
          <p:spPr>
            <a:xfrm>
              <a:off x="6423479" y="6573624"/>
              <a:ext cx="608666" cy="102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47942">
                      <a:alpha val="100000"/>
                    </a:srgbClr>
                  </a:solidFill>
                  <a:latin typeface="Helvetica"/>
                  <a:cs typeface="Helvetica"/>
                </a:rPr>
                <a:t>Spent media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6414427" y="6444287"/>
              <a:ext cx="626769" cy="102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638B66">
                      <a:alpha val="100000"/>
                    </a:srgbClr>
                  </a:solidFill>
                  <a:latin typeface="Helvetica"/>
                  <a:cs typeface="Helvetica"/>
                </a:rPr>
                <a:t>Phage lysate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6426575" y="5857594"/>
              <a:ext cx="602473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849DB1">
                      <a:alpha val="100000"/>
                    </a:srgbClr>
                  </a:solidFill>
                  <a:latin typeface="Helvetica"/>
                  <a:cs typeface="Helvetica"/>
                </a:rPr>
                <a:t>Fresh media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6583201" y="6351820"/>
              <a:ext cx="289221" cy="808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BB04E">
                      <a:alpha val="100000"/>
                    </a:srgbClr>
                  </a:solidFill>
                  <a:latin typeface="Helvetica"/>
                  <a:cs typeface="Helvetica"/>
                </a:rPr>
                <a:t>Buffer</a:t>
              </a:r>
            </a:p>
          </p:txBody>
        </p:sp>
        <p:sp>
          <p:nvSpPr>
            <p:cNvPr id="184" name="rc184"/>
            <p:cNvSpPr/>
            <p:nvPr/>
          </p:nvSpPr>
          <p:spPr>
            <a:xfrm>
              <a:off x="3453018" y="5370507"/>
              <a:ext cx="3929752" cy="2686985"/>
            </a:xfrm>
            <a:prstGeom prst="rect">
              <a:avLst/>
            </a:prstGeom>
            <a:ln w="40651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3453018" y="5370507"/>
              <a:ext cx="3929752" cy="0"/>
            </a:xfrm>
            <a:custGeom>
              <a:avLst/>
              <a:pathLst>
                <a:path w="3929752" h="0">
                  <a:moveTo>
                    <a:pt x="0" y="0"/>
                  </a:moveTo>
                  <a:lnTo>
                    <a:pt x="3929752" y="0"/>
                  </a:lnTo>
                </a:path>
              </a:pathLst>
            </a:custGeom>
            <a:ln w="2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3631644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4227061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4822477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5417894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6013311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tx191"/>
            <p:cNvSpPr/>
            <p:nvPr/>
          </p:nvSpPr>
          <p:spPr>
            <a:xfrm>
              <a:off x="2696926" y="7875984"/>
              <a:ext cx="601389" cy="118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0.0e+00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2696926" y="7064166"/>
              <a:ext cx="601389" cy="1190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5.0e+08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2696926" y="6253073"/>
              <a:ext cx="601389" cy="1188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1.0e+09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2696926" y="5441739"/>
              <a:ext cx="601389" cy="1188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1.5e+09</a:t>
              </a:r>
            </a:p>
          </p:txBody>
        </p:sp>
        <p:sp>
          <p:nvSpPr>
            <p:cNvPr id="195" name="pl195"/>
            <p:cNvSpPr/>
            <p:nvPr/>
          </p:nvSpPr>
          <p:spPr>
            <a:xfrm>
              <a:off x="3361578" y="7935357"/>
              <a:ext cx="91439" cy="0"/>
            </a:xfrm>
            <a:custGeom>
              <a:avLst/>
              <a:pathLst>
                <a:path w="91439" h="0">
                  <a:moveTo>
                    <a:pt x="0" y="0"/>
                  </a:moveTo>
                  <a:lnTo>
                    <a:pt x="9143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3361578" y="7124022"/>
              <a:ext cx="91439" cy="0"/>
            </a:xfrm>
            <a:custGeom>
              <a:avLst/>
              <a:pathLst>
                <a:path w="91439" h="0">
                  <a:moveTo>
                    <a:pt x="0" y="0"/>
                  </a:moveTo>
                  <a:lnTo>
                    <a:pt x="9143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3361578" y="6312688"/>
              <a:ext cx="91439" cy="0"/>
            </a:xfrm>
            <a:custGeom>
              <a:avLst/>
              <a:pathLst>
                <a:path w="91439" h="0">
                  <a:moveTo>
                    <a:pt x="0" y="0"/>
                  </a:moveTo>
                  <a:lnTo>
                    <a:pt x="9143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3361578" y="5501354"/>
              <a:ext cx="91439" cy="0"/>
            </a:xfrm>
            <a:custGeom>
              <a:avLst/>
              <a:pathLst>
                <a:path w="91439" h="0">
                  <a:moveTo>
                    <a:pt x="0" y="0"/>
                  </a:moveTo>
                  <a:lnTo>
                    <a:pt x="9143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7382770" y="5370507"/>
              <a:ext cx="0" cy="2686985"/>
            </a:xfrm>
            <a:custGeom>
              <a:avLst/>
              <a:pathLst>
                <a:path w="0" h="2686985">
                  <a:moveTo>
                    <a:pt x="0" y="2686985"/>
                  </a:moveTo>
                  <a:lnTo>
                    <a:pt x="0" y="0"/>
                  </a:lnTo>
                </a:path>
              </a:pathLst>
            </a:custGeom>
            <a:ln w="2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7382770" y="7935357"/>
              <a:ext cx="91439" cy="0"/>
            </a:xfrm>
            <a:custGeom>
              <a:avLst/>
              <a:pathLst>
                <a:path w="91439" h="0">
                  <a:moveTo>
                    <a:pt x="9143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7382770" y="7124022"/>
              <a:ext cx="91439" cy="0"/>
            </a:xfrm>
            <a:custGeom>
              <a:avLst/>
              <a:pathLst>
                <a:path w="91439" h="0">
                  <a:moveTo>
                    <a:pt x="9143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7382770" y="6312688"/>
              <a:ext cx="91439" cy="0"/>
            </a:xfrm>
            <a:custGeom>
              <a:avLst/>
              <a:pathLst>
                <a:path w="91439" h="0">
                  <a:moveTo>
                    <a:pt x="9143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7382770" y="5501354"/>
              <a:ext cx="91439" cy="0"/>
            </a:xfrm>
            <a:custGeom>
              <a:avLst/>
              <a:pathLst>
                <a:path w="91439" h="0">
                  <a:moveTo>
                    <a:pt x="9143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3631644" y="8057492"/>
              <a:ext cx="0" cy="91440"/>
            </a:xfrm>
            <a:custGeom>
              <a:avLst/>
              <a:pathLst>
                <a:path w="0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4227061" y="8057492"/>
              <a:ext cx="0" cy="91440"/>
            </a:xfrm>
            <a:custGeom>
              <a:avLst/>
              <a:pathLst>
                <a:path w="0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4822477" y="8057492"/>
              <a:ext cx="0" cy="91440"/>
            </a:xfrm>
            <a:custGeom>
              <a:avLst/>
              <a:pathLst>
                <a:path w="0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5417894" y="8057492"/>
              <a:ext cx="0" cy="91440"/>
            </a:xfrm>
            <a:custGeom>
              <a:avLst/>
              <a:pathLst>
                <a:path w="0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6013311" y="8057492"/>
              <a:ext cx="0" cy="91440"/>
            </a:xfrm>
            <a:custGeom>
              <a:avLst/>
              <a:pathLst>
                <a:path w="0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tx209"/>
            <p:cNvSpPr/>
            <p:nvPr/>
          </p:nvSpPr>
          <p:spPr>
            <a:xfrm>
              <a:off x="3539823" y="8212034"/>
              <a:ext cx="183641" cy="118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4135240" y="8212760"/>
              <a:ext cx="183641" cy="1178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4730657" y="8211631"/>
              <a:ext cx="183641" cy="118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5326074" y="8211873"/>
              <a:ext cx="183641" cy="118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5921491" y="8211873"/>
              <a:ext cx="183641" cy="118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5039722" y="8512993"/>
              <a:ext cx="756344" cy="1896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Time (h)</a:t>
              </a:r>
            </a:p>
          </p:txBody>
        </p:sp>
        <p:sp>
          <p:nvSpPr>
            <p:cNvPr id="215" name="tx215"/>
            <p:cNvSpPr/>
            <p:nvPr/>
          </p:nvSpPr>
          <p:spPr>
            <a:xfrm rot="-5400000">
              <a:off x="1722804" y="6617956"/>
              <a:ext cx="1287363" cy="19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Spores (#/mL)</a:t>
              </a:r>
            </a:p>
          </p:txBody>
        </p:sp>
        <p:sp>
          <p:nvSpPr>
            <p:cNvPr id="216" name="rc216"/>
            <p:cNvSpPr/>
            <p:nvPr/>
          </p:nvSpPr>
          <p:spPr>
            <a:xfrm>
              <a:off x="7543800" y="4983321"/>
              <a:ext cx="5486400" cy="4023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8641685" y="5536164"/>
              <a:ext cx="4233812" cy="1961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9246515" y="6688301"/>
              <a:ext cx="0" cy="17803"/>
            </a:xfrm>
            <a:custGeom>
              <a:avLst/>
              <a:pathLst>
                <a:path w="0" h="17803">
                  <a:moveTo>
                    <a:pt x="0" y="1780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9246515" y="6783884"/>
              <a:ext cx="0" cy="59974"/>
            </a:xfrm>
            <a:custGeom>
              <a:avLst/>
              <a:pathLst>
                <a:path w="0" h="59974">
                  <a:moveTo>
                    <a:pt x="0" y="0"/>
                  </a:moveTo>
                  <a:lnTo>
                    <a:pt x="0" y="5997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8868496" y="6706105"/>
              <a:ext cx="756037" cy="77778"/>
            </a:xfrm>
            <a:custGeom>
              <a:avLst/>
              <a:pathLst>
                <a:path w="756037" h="77778">
                  <a:moveTo>
                    <a:pt x="0" y="0"/>
                  </a:moveTo>
                  <a:lnTo>
                    <a:pt x="0" y="77778"/>
                  </a:lnTo>
                  <a:lnTo>
                    <a:pt x="756037" y="77778"/>
                  </a:lnTo>
                  <a:lnTo>
                    <a:pt x="756037" y="0"/>
                  </a:lnTo>
                  <a:close/>
                </a:path>
              </a:pathLst>
            </a:custGeom>
            <a:solidFill>
              <a:srgbClr val="FFFFFF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8868496" y="6723909"/>
              <a:ext cx="756037" cy="0"/>
            </a:xfrm>
            <a:custGeom>
              <a:avLst/>
              <a:pathLst>
                <a:path w="756037" h="0">
                  <a:moveTo>
                    <a:pt x="0" y="0"/>
                  </a:moveTo>
                  <a:lnTo>
                    <a:pt x="75603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10254565" y="6562111"/>
              <a:ext cx="0" cy="209510"/>
            </a:xfrm>
            <a:custGeom>
              <a:avLst/>
              <a:pathLst>
                <a:path w="0" h="209510">
                  <a:moveTo>
                    <a:pt x="0" y="2095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10254565" y="7194099"/>
              <a:ext cx="0" cy="212967"/>
            </a:xfrm>
            <a:custGeom>
              <a:avLst/>
              <a:pathLst>
                <a:path w="0" h="212967">
                  <a:moveTo>
                    <a:pt x="0" y="0"/>
                  </a:moveTo>
                  <a:lnTo>
                    <a:pt x="0" y="21296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9876546" y="6771622"/>
              <a:ext cx="756037" cy="422477"/>
            </a:xfrm>
            <a:custGeom>
              <a:avLst/>
              <a:pathLst>
                <a:path w="756037" h="422477">
                  <a:moveTo>
                    <a:pt x="0" y="0"/>
                  </a:moveTo>
                  <a:lnTo>
                    <a:pt x="0" y="422477"/>
                  </a:lnTo>
                  <a:lnTo>
                    <a:pt x="756037" y="422477"/>
                  </a:lnTo>
                  <a:lnTo>
                    <a:pt x="756037" y="0"/>
                  </a:lnTo>
                  <a:close/>
                </a:path>
              </a:pathLst>
            </a:custGeom>
            <a:solidFill>
              <a:srgbClr val="FFFFFF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9876546" y="6981132"/>
              <a:ext cx="756037" cy="0"/>
            </a:xfrm>
            <a:custGeom>
              <a:avLst/>
              <a:pathLst>
                <a:path w="756037" h="0">
                  <a:moveTo>
                    <a:pt x="0" y="0"/>
                  </a:moveTo>
                  <a:lnTo>
                    <a:pt x="75603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11262616" y="6688301"/>
              <a:ext cx="0" cy="17803"/>
            </a:xfrm>
            <a:custGeom>
              <a:avLst/>
              <a:pathLst>
                <a:path w="0" h="17803">
                  <a:moveTo>
                    <a:pt x="0" y="1780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11262616" y="6783884"/>
              <a:ext cx="0" cy="59974"/>
            </a:xfrm>
            <a:custGeom>
              <a:avLst/>
              <a:pathLst>
                <a:path w="0" h="59974">
                  <a:moveTo>
                    <a:pt x="0" y="0"/>
                  </a:moveTo>
                  <a:lnTo>
                    <a:pt x="0" y="5997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10884597" y="6706105"/>
              <a:ext cx="756037" cy="77778"/>
            </a:xfrm>
            <a:custGeom>
              <a:avLst/>
              <a:pathLst>
                <a:path w="756037" h="77778">
                  <a:moveTo>
                    <a:pt x="0" y="0"/>
                  </a:moveTo>
                  <a:lnTo>
                    <a:pt x="0" y="77778"/>
                  </a:lnTo>
                  <a:lnTo>
                    <a:pt x="756037" y="77778"/>
                  </a:lnTo>
                  <a:lnTo>
                    <a:pt x="756037" y="0"/>
                  </a:lnTo>
                  <a:close/>
                </a:path>
              </a:pathLst>
            </a:custGeom>
            <a:solidFill>
              <a:srgbClr val="FFFFFF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10884597" y="6723909"/>
              <a:ext cx="756037" cy="0"/>
            </a:xfrm>
            <a:custGeom>
              <a:avLst/>
              <a:pathLst>
                <a:path w="756037" h="0">
                  <a:moveTo>
                    <a:pt x="0" y="0"/>
                  </a:moveTo>
                  <a:lnTo>
                    <a:pt x="75603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12270666" y="6415847"/>
              <a:ext cx="0" cy="266872"/>
            </a:xfrm>
            <a:custGeom>
              <a:avLst/>
              <a:pathLst>
                <a:path w="0" h="266872">
                  <a:moveTo>
                    <a:pt x="0" y="26687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12270666" y="7030784"/>
              <a:ext cx="0" cy="81190"/>
            </a:xfrm>
            <a:custGeom>
              <a:avLst/>
              <a:pathLst>
                <a:path w="0" h="81190">
                  <a:moveTo>
                    <a:pt x="0" y="0"/>
                  </a:moveTo>
                  <a:lnTo>
                    <a:pt x="0" y="8119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11892647" y="6682720"/>
              <a:ext cx="756037" cy="348063"/>
            </a:xfrm>
            <a:custGeom>
              <a:avLst/>
              <a:pathLst>
                <a:path w="756037" h="348063">
                  <a:moveTo>
                    <a:pt x="0" y="0"/>
                  </a:moveTo>
                  <a:lnTo>
                    <a:pt x="0" y="348063"/>
                  </a:lnTo>
                  <a:lnTo>
                    <a:pt x="756037" y="348063"/>
                  </a:lnTo>
                  <a:lnTo>
                    <a:pt x="756037" y="0"/>
                  </a:lnTo>
                  <a:close/>
                </a:path>
              </a:pathLst>
            </a:custGeom>
            <a:solidFill>
              <a:srgbClr val="FFFFFF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11892647" y="6949593"/>
              <a:ext cx="756037" cy="0"/>
            </a:xfrm>
            <a:custGeom>
              <a:avLst/>
              <a:pathLst>
                <a:path w="756037" h="0">
                  <a:moveTo>
                    <a:pt x="0" y="0"/>
                  </a:moveTo>
                  <a:lnTo>
                    <a:pt x="756037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9219419" y="6803620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9178464" y="6665504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9260067" y="6698523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10144713" y="7376507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10214408" y="6948362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10147240" y="6532168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11306771" y="6816320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11260681" y="6658253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11207381" y="6685158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12146169" y="6929140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12309375" y="7089763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12331683" y="6384809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tx246"/>
            <p:cNvSpPr/>
            <p:nvPr/>
          </p:nvSpPr>
          <p:spPr>
            <a:xfrm>
              <a:off x="10590452" y="5543051"/>
              <a:ext cx="1344327" cy="132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ANOVA p-value = 0.7</a:t>
              </a:r>
            </a:p>
          </p:txBody>
        </p:sp>
        <p:sp>
          <p:nvSpPr>
            <p:cNvPr id="247" name="rc247"/>
            <p:cNvSpPr/>
            <p:nvPr/>
          </p:nvSpPr>
          <p:spPr>
            <a:xfrm>
              <a:off x="8641685" y="5536164"/>
              <a:ext cx="4233812" cy="1961085"/>
            </a:xfrm>
            <a:prstGeom prst="rect">
              <a:avLst/>
            </a:prstGeom>
            <a:ln w="40651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8641685" y="5536164"/>
              <a:ext cx="4233812" cy="0"/>
            </a:xfrm>
            <a:custGeom>
              <a:avLst/>
              <a:pathLst>
                <a:path w="4233812" h="0">
                  <a:moveTo>
                    <a:pt x="0" y="0"/>
                  </a:moveTo>
                  <a:lnTo>
                    <a:pt x="4233812" y="0"/>
                  </a:lnTo>
                </a:path>
              </a:pathLst>
            </a:custGeom>
            <a:ln w="2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9246515" y="5444724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10254565" y="5444724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11262616" y="5444724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12270666" y="5444724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tx253"/>
            <p:cNvSpPr/>
            <p:nvPr/>
          </p:nvSpPr>
          <p:spPr>
            <a:xfrm>
              <a:off x="8303340" y="7212197"/>
              <a:ext cx="183641" cy="120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8303340" y="6662703"/>
              <a:ext cx="183641" cy="120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8303340" y="6115224"/>
              <a:ext cx="183641" cy="1186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8303340" y="5563714"/>
              <a:ext cx="183641" cy="12068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57" name="pl257"/>
            <p:cNvSpPr/>
            <p:nvPr/>
          </p:nvSpPr>
          <p:spPr>
            <a:xfrm>
              <a:off x="8550245" y="7273787"/>
              <a:ext cx="91439" cy="0"/>
            </a:xfrm>
            <a:custGeom>
              <a:avLst/>
              <a:pathLst>
                <a:path w="91439" h="0">
                  <a:moveTo>
                    <a:pt x="0" y="0"/>
                  </a:moveTo>
                  <a:lnTo>
                    <a:pt x="9143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8550245" y="6724293"/>
              <a:ext cx="91439" cy="0"/>
            </a:xfrm>
            <a:custGeom>
              <a:avLst/>
              <a:pathLst>
                <a:path w="91439" h="0">
                  <a:moveTo>
                    <a:pt x="0" y="0"/>
                  </a:moveTo>
                  <a:lnTo>
                    <a:pt x="9143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8550245" y="6174798"/>
              <a:ext cx="91439" cy="0"/>
            </a:xfrm>
            <a:custGeom>
              <a:avLst/>
              <a:pathLst>
                <a:path w="91439" h="0">
                  <a:moveTo>
                    <a:pt x="0" y="0"/>
                  </a:moveTo>
                  <a:lnTo>
                    <a:pt x="9143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8550245" y="5625304"/>
              <a:ext cx="91439" cy="0"/>
            </a:xfrm>
            <a:custGeom>
              <a:avLst/>
              <a:pathLst>
                <a:path w="91439" h="0">
                  <a:moveTo>
                    <a:pt x="0" y="0"/>
                  </a:moveTo>
                  <a:lnTo>
                    <a:pt x="9143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12875497" y="5536164"/>
              <a:ext cx="0" cy="1961085"/>
            </a:xfrm>
            <a:custGeom>
              <a:avLst/>
              <a:pathLst>
                <a:path w="0" h="1961085">
                  <a:moveTo>
                    <a:pt x="0" y="1961085"/>
                  </a:moveTo>
                  <a:lnTo>
                    <a:pt x="0" y="0"/>
                  </a:lnTo>
                </a:path>
              </a:pathLst>
            </a:custGeom>
            <a:ln w="2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12875497" y="7273787"/>
              <a:ext cx="91439" cy="0"/>
            </a:xfrm>
            <a:custGeom>
              <a:avLst/>
              <a:pathLst>
                <a:path w="91439" h="0">
                  <a:moveTo>
                    <a:pt x="9143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12875497" y="6724293"/>
              <a:ext cx="91439" cy="0"/>
            </a:xfrm>
            <a:custGeom>
              <a:avLst/>
              <a:pathLst>
                <a:path w="91439" h="0">
                  <a:moveTo>
                    <a:pt x="9143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12875497" y="6174798"/>
              <a:ext cx="91439" cy="0"/>
            </a:xfrm>
            <a:custGeom>
              <a:avLst/>
              <a:pathLst>
                <a:path w="91439" h="0">
                  <a:moveTo>
                    <a:pt x="9143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12875497" y="5625304"/>
              <a:ext cx="91439" cy="0"/>
            </a:xfrm>
            <a:custGeom>
              <a:avLst/>
              <a:pathLst>
                <a:path w="91439" h="0">
                  <a:moveTo>
                    <a:pt x="9143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9246515" y="7497249"/>
              <a:ext cx="0" cy="91440"/>
            </a:xfrm>
            <a:custGeom>
              <a:avLst/>
              <a:pathLst>
                <a:path w="0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10254565" y="7497249"/>
              <a:ext cx="0" cy="91440"/>
            </a:xfrm>
            <a:custGeom>
              <a:avLst/>
              <a:pathLst>
                <a:path w="0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11262616" y="7497249"/>
              <a:ext cx="0" cy="91440"/>
            </a:xfrm>
            <a:custGeom>
              <a:avLst/>
              <a:pathLst>
                <a:path w="0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12270666" y="7497249"/>
              <a:ext cx="0" cy="91440"/>
            </a:xfrm>
            <a:custGeom>
              <a:avLst/>
              <a:pathLst>
                <a:path w="0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tx270"/>
            <p:cNvSpPr/>
            <p:nvPr/>
          </p:nvSpPr>
          <p:spPr>
            <a:xfrm>
              <a:off x="9026274" y="7648001"/>
              <a:ext cx="440481" cy="1221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Buffer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10043555" y="7650017"/>
              <a:ext cx="422020" cy="120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Fresh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10029730" y="7828325"/>
              <a:ext cx="449671" cy="120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media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11046890" y="7617126"/>
              <a:ext cx="431452" cy="1530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Spent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11037780" y="7828325"/>
              <a:ext cx="449671" cy="1201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media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12031965" y="7617206"/>
              <a:ext cx="477403" cy="152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Phage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12055021" y="7795514"/>
              <a:ext cx="431291" cy="152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lysate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10295586" y="8162955"/>
              <a:ext cx="926008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278" name="tx278"/>
            <p:cNvSpPr/>
            <p:nvPr/>
          </p:nvSpPr>
          <p:spPr>
            <a:xfrm rot="-5400000">
              <a:off x="7093571" y="6421357"/>
              <a:ext cx="1886346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Sporulation onset (h)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4654516" y="1801181"/>
              <a:ext cx="146744" cy="1462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9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2240500" y="5422205"/>
              <a:ext cx="146744" cy="1462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9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7704954" y="5415359"/>
              <a:ext cx="146744" cy="1530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9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joyobrien</cp:lastModifiedBy>
  <cp:revision>7</cp:revision>
  <dcterms:created xsi:type="dcterms:W3CDTF">2015-07-14T21:05:00Z</dcterms:created>
  <dcterms:modified xsi:type="dcterms:W3CDTF">2026-01-20T12:28:35Z</dcterms:modified>
</cp:coreProperties>
</file>