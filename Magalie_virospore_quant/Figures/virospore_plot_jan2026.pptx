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38225" y="836612"/>
            <a:ext cx="5486400" cy="3657600"/>
            <a:chOff x="1038225" y="836612"/>
            <a:chExt cx="5486400" cy="3657600"/>
          </a:xfrm>
        </p:grpSpPr>
        <p:sp>
          <p:nvSpPr>
            <p:cNvPr id="3" name="rc3"/>
            <p:cNvSpPr/>
            <p:nvPr/>
          </p:nvSpPr>
          <p:spPr>
            <a:xfrm>
              <a:off x="1038225" y="836612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288671" y="836612"/>
              <a:ext cx="2985507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966118" y="1131315"/>
              <a:ext cx="2238470" cy="29627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100689" y="1435768"/>
              <a:ext cx="1969329" cy="2032590"/>
            </a:xfrm>
            <a:custGeom>
              <a:avLst/>
              <a:pathLst>
                <a:path w="1969329" h="2032590">
                  <a:moveTo>
                    <a:pt x="0" y="2032590"/>
                  </a:moveTo>
                  <a:lnTo>
                    <a:pt x="656443" y="1174996"/>
                  </a:lnTo>
                  <a:lnTo>
                    <a:pt x="984664" y="0"/>
                  </a:lnTo>
                  <a:lnTo>
                    <a:pt x="1312886" y="909656"/>
                  </a:lnTo>
                  <a:lnTo>
                    <a:pt x="1969329" y="1770574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57132" y="1131315"/>
              <a:ext cx="0" cy="2962758"/>
            </a:xfrm>
            <a:custGeom>
              <a:avLst/>
              <a:pathLst>
                <a:path w="0" h="2962758">
                  <a:moveTo>
                    <a:pt x="0" y="29627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A9A9A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13575" y="1131315"/>
              <a:ext cx="0" cy="2962758"/>
            </a:xfrm>
            <a:custGeom>
              <a:avLst/>
              <a:pathLst>
                <a:path w="0" h="2962758">
                  <a:moveTo>
                    <a:pt x="0" y="29627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A9A9A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67867" y="3208501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00689" y="3208501"/>
              <a:ext cx="0" cy="750902"/>
            </a:xfrm>
            <a:custGeom>
              <a:avLst/>
              <a:pathLst>
                <a:path w="0" h="750902">
                  <a:moveTo>
                    <a:pt x="0" y="0"/>
                  </a:moveTo>
                  <a:lnTo>
                    <a:pt x="0" y="7509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067867" y="3959403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24310" y="2444124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7132" y="2444124"/>
              <a:ext cx="0" cy="403083"/>
            </a:xfrm>
            <a:custGeom>
              <a:avLst/>
              <a:pathLst>
                <a:path w="0" h="403083">
                  <a:moveTo>
                    <a:pt x="0" y="0"/>
                  </a:moveTo>
                  <a:lnTo>
                    <a:pt x="0" y="40308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4310" y="2847208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2531" y="1265986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5354" y="1265986"/>
              <a:ext cx="0" cy="412649"/>
            </a:xfrm>
            <a:custGeom>
              <a:avLst/>
              <a:pathLst>
                <a:path w="0" h="412649">
                  <a:moveTo>
                    <a:pt x="0" y="0"/>
                  </a:moveTo>
                  <a:lnTo>
                    <a:pt x="0" y="41264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52531" y="1678635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80753" y="2199616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413575" y="2199616"/>
              <a:ext cx="0" cy="342209"/>
            </a:xfrm>
            <a:custGeom>
              <a:avLst/>
              <a:pathLst>
                <a:path w="0" h="342209">
                  <a:moveTo>
                    <a:pt x="0" y="0"/>
                  </a:moveTo>
                  <a:lnTo>
                    <a:pt x="0" y="34220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80753" y="2541826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37196" y="2991732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70018" y="2991732"/>
              <a:ext cx="0" cy="562805"/>
            </a:xfrm>
            <a:custGeom>
              <a:avLst/>
              <a:pathLst>
                <a:path w="0" h="562805">
                  <a:moveTo>
                    <a:pt x="0" y="0"/>
                  </a:moveTo>
                  <a:lnTo>
                    <a:pt x="0" y="56280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037196" y="3554538"/>
              <a:ext cx="65644" cy="0"/>
            </a:xfrm>
            <a:custGeom>
              <a:avLst/>
              <a:pathLst>
                <a:path w="65644" h="0">
                  <a:moveTo>
                    <a:pt x="0" y="0"/>
                  </a:moveTo>
                  <a:lnTo>
                    <a:pt x="656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055537" y="3423206"/>
              <a:ext cx="90303" cy="90303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711980" y="2565613"/>
              <a:ext cx="90303" cy="90303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40202" y="1390616"/>
              <a:ext cx="90303" cy="90303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368423" y="2300272"/>
              <a:ext cx="90303" cy="90303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24866" y="3161191"/>
              <a:ext cx="90303" cy="90303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966118" y="1131315"/>
              <a:ext cx="2238470" cy="2962758"/>
            </a:xfrm>
            <a:prstGeom prst="rect">
              <a:avLst/>
            </a:prstGeom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66118" y="1131315"/>
              <a:ext cx="0" cy="2962758"/>
            </a:xfrm>
            <a:custGeom>
              <a:avLst/>
              <a:pathLst>
                <a:path w="0" h="2962758">
                  <a:moveTo>
                    <a:pt x="0" y="296275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2589600" y="3565973"/>
              <a:ext cx="313888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3e+04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589600" y="2879711"/>
              <a:ext cx="313888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1e+05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589600" y="2253196"/>
              <a:ext cx="313888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3e+05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589600" y="1566497"/>
              <a:ext cx="313888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1e+06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2931324" y="36063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931324" y="29199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931324" y="22934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931324" y="16070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966118" y="4094074"/>
              <a:ext cx="2238470" cy="0"/>
            </a:xfrm>
            <a:custGeom>
              <a:avLst/>
              <a:pathLst>
                <a:path w="2238470" h="0">
                  <a:moveTo>
                    <a:pt x="0" y="0"/>
                  </a:moveTo>
                  <a:lnTo>
                    <a:pt x="22384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100689" y="40940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757132" y="40940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413575" y="40940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070018" y="40940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2991930" y="4156595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48373" y="4156595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304817" y="4156595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961260" y="4156595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281908" y="4264868"/>
              <a:ext cx="1606891" cy="130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 from center (cm)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961148" y="2624499"/>
              <a:ext cx="939291" cy="1309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Virospores (cm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2396722" y="2190184"/>
              <a:ext cx="53669" cy="6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2365374" y="2105167"/>
              <a:ext cx="54386" cy="68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2407840" y="2023844"/>
              <a:ext cx="46521" cy="130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joyobrien</cp:lastModifiedBy>
  <cp:revision>9</cp:revision>
  <dcterms:created xsi:type="dcterms:W3CDTF">2015-07-14T21:05:00Z</dcterms:created>
  <dcterms:modified xsi:type="dcterms:W3CDTF">2026-01-20T11:26:44Z</dcterms:modified>
</cp:coreProperties>
</file>