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28971a02ee0f442e3b37aae0505fff25e25d9c4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057400" y="1691481"/>
            <a:ext cx="10972800" cy="7315200"/>
            <a:chOff x="2057400" y="1691481"/>
            <a:chExt cx="10972800" cy="7315200"/>
          </a:xfrm>
        </p:grpSpPr>
        <p:sp>
          <p:nvSpPr>
            <p:cNvPr id="3" name="rc3"/>
            <p:cNvSpPr/>
            <p:nvPr/>
          </p:nvSpPr>
          <p:spPr>
            <a:xfrm>
              <a:off x="2057400" y="1691481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057400" y="1691481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pic>
          <p:nvPicPr>
            <p:cNvPr id="5" name="pic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2606" y="2129580"/>
              <a:ext cx="2942386" cy="2854553"/>
            </a:xfrm>
            <a:prstGeom prst="rect">
              <a:avLst/>
            </a:prstGeom>
          </p:spPr>
        </p:pic>
        <p:sp>
          <p:nvSpPr>
            <p:cNvPr id="6" name="rc6"/>
            <p:cNvSpPr/>
            <p:nvPr/>
          </p:nvSpPr>
          <p:spPr>
            <a:xfrm>
              <a:off x="2057400" y="4983321"/>
              <a:ext cx="5486400" cy="4023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218907" y="5370507"/>
              <a:ext cx="4163863" cy="268698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18469" y="7708271"/>
              <a:ext cx="2523553" cy="0"/>
            </a:xfrm>
            <a:custGeom>
              <a:avLst/>
              <a:pathLst>
                <a:path w="2523553" h="0">
                  <a:moveTo>
                    <a:pt x="0" y="0"/>
                  </a:moveTo>
                  <a:lnTo>
                    <a:pt x="210296" y="0"/>
                  </a:lnTo>
                  <a:lnTo>
                    <a:pt x="420592" y="0"/>
                  </a:lnTo>
                  <a:lnTo>
                    <a:pt x="630888" y="0"/>
                  </a:lnTo>
                  <a:lnTo>
                    <a:pt x="841184" y="0"/>
                  </a:lnTo>
                  <a:lnTo>
                    <a:pt x="1051480" y="0"/>
                  </a:lnTo>
                  <a:lnTo>
                    <a:pt x="1261776" y="0"/>
                  </a:lnTo>
                  <a:lnTo>
                    <a:pt x="1472073" y="0"/>
                  </a:lnTo>
                  <a:lnTo>
                    <a:pt x="1682369" y="0"/>
                  </a:lnTo>
                  <a:lnTo>
                    <a:pt x="2523553" y="0"/>
                  </a:lnTo>
                </a:path>
              </a:pathLst>
            </a:custGeom>
            <a:ln w="13550" cap="flat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18469" y="5614046"/>
              <a:ext cx="2523553" cy="1259422"/>
            </a:xfrm>
            <a:custGeom>
              <a:avLst/>
              <a:pathLst>
                <a:path w="2523553" h="1259422">
                  <a:moveTo>
                    <a:pt x="0" y="1203368"/>
                  </a:moveTo>
                  <a:lnTo>
                    <a:pt x="210296" y="1259422"/>
                  </a:lnTo>
                  <a:lnTo>
                    <a:pt x="420592" y="1175486"/>
                  </a:lnTo>
                  <a:lnTo>
                    <a:pt x="630888" y="1088271"/>
                  </a:lnTo>
                  <a:lnTo>
                    <a:pt x="841184" y="1043585"/>
                  </a:lnTo>
                  <a:lnTo>
                    <a:pt x="1051480" y="929651"/>
                  </a:lnTo>
                  <a:lnTo>
                    <a:pt x="1261776" y="690661"/>
                  </a:lnTo>
                  <a:lnTo>
                    <a:pt x="1472073" y="528431"/>
                  </a:lnTo>
                  <a:lnTo>
                    <a:pt x="1682369" y="377196"/>
                  </a:lnTo>
                  <a:lnTo>
                    <a:pt x="2523553" y="0"/>
                  </a:lnTo>
                </a:path>
              </a:pathLst>
            </a:custGeom>
            <a:ln w="13550" cap="flat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18469" y="5756277"/>
              <a:ext cx="2523553" cy="1392692"/>
            </a:xfrm>
            <a:custGeom>
              <a:avLst/>
              <a:pathLst>
                <a:path w="2523553" h="1392692">
                  <a:moveTo>
                    <a:pt x="0" y="1335683"/>
                  </a:moveTo>
                  <a:lnTo>
                    <a:pt x="210296" y="1392692"/>
                  </a:lnTo>
                  <a:lnTo>
                    <a:pt x="420592" y="1319418"/>
                  </a:lnTo>
                  <a:lnTo>
                    <a:pt x="630888" y="1222827"/>
                  </a:lnTo>
                  <a:lnTo>
                    <a:pt x="841184" y="1156358"/>
                  </a:lnTo>
                  <a:lnTo>
                    <a:pt x="1051480" y="1056447"/>
                  </a:lnTo>
                  <a:lnTo>
                    <a:pt x="1261776" y="775884"/>
                  </a:lnTo>
                  <a:lnTo>
                    <a:pt x="1472073" y="603115"/>
                  </a:lnTo>
                  <a:lnTo>
                    <a:pt x="1682369" y="378357"/>
                  </a:lnTo>
                  <a:lnTo>
                    <a:pt x="2523553" y="0"/>
                  </a:lnTo>
                </a:path>
              </a:pathLst>
            </a:custGeom>
            <a:ln w="13550" cap="flat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618469" y="6773599"/>
              <a:ext cx="2523553" cy="737505"/>
            </a:xfrm>
            <a:custGeom>
              <a:avLst/>
              <a:pathLst>
                <a:path w="2523553" h="737505">
                  <a:moveTo>
                    <a:pt x="0" y="0"/>
                  </a:moveTo>
                  <a:lnTo>
                    <a:pt x="210296" y="96259"/>
                  </a:lnTo>
                  <a:lnTo>
                    <a:pt x="420592" y="157085"/>
                  </a:lnTo>
                  <a:lnTo>
                    <a:pt x="630888" y="251768"/>
                  </a:lnTo>
                  <a:lnTo>
                    <a:pt x="841184" y="268489"/>
                  </a:lnTo>
                  <a:lnTo>
                    <a:pt x="1051480" y="287533"/>
                  </a:lnTo>
                  <a:lnTo>
                    <a:pt x="1261776" y="368814"/>
                  </a:lnTo>
                  <a:lnTo>
                    <a:pt x="1472073" y="520174"/>
                  </a:lnTo>
                  <a:lnTo>
                    <a:pt x="1682369" y="577556"/>
                  </a:lnTo>
                  <a:lnTo>
                    <a:pt x="2523553" y="737505"/>
                  </a:lnTo>
                </a:path>
              </a:pathLst>
            </a:custGeom>
            <a:ln w="13550" cap="flat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618469" y="5697235"/>
              <a:ext cx="2523553" cy="1127107"/>
            </a:xfrm>
            <a:custGeom>
              <a:avLst/>
              <a:pathLst>
                <a:path w="2523553" h="1127107">
                  <a:moveTo>
                    <a:pt x="0" y="1061675"/>
                  </a:moveTo>
                  <a:lnTo>
                    <a:pt x="210296" y="1127107"/>
                  </a:lnTo>
                  <a:lnTo>
                    <a:pt x="420592" y="1073666"/>
                  </a:lnTo>
                  <a:lnTo>
                    <a:pt x="630888" y="1030847"/>
                  </a:lnTo>
                  <a:lnTo>
                    <a:pt x="841184" y="964752"/>
                  </a:lnTo>
                  <a:lnTo>
                    <a:pt x="1051480" y="842312"/>
                  </a:lnTo>
                  <a:lnTo>
                    <a:pt x="1261776" y="615853"/>
                  </a:lnTo>
                  <a:lnTo>
                    <a:pt x="1472073" y="509304"/>
                  </a:lnTo>
                  <a:lnTo>
                    <a:pt x="1682369" y="350683"/>
                  </a:lnTo>
                  <a:lnTo>
                    <a:pt x="2523553" y="0"/>
                  </a:lnTo>
                </a:path>
              </a:pathLst>
            </a:custGeom>
            <a:ln w="13550" cap="flat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618469" y="5627987"/>
              <a:ext cx="2523553" cy="1375722"/>
            </a:xfrm>
            <a:custGeom>
              <a:avLst/>
              <a:pathLst>
                <a:path w="2523553" h="1375722">
                  <a:moveTo>
                    <a:pt x="0" y="1308465"/>
                  </a:moveTo>
                  <a:lnTo>
                    <a:pt x="210296" y="1375722"/>
                  </a:lnTo>
                  <a:lnTo>
                    <a:pt x="420592" y="1294482"/>
                  </a:lnTo>
                  <a:lnTo>
                    <a:pt x="630888" y="1151213"/>
                  </a:lnTo>
                  <a:lnTo>
                    <a:pt x="841184" y="1090553"/>
                  </a:lnTo>
                  <a:lnTo>
                    <a:pt x="1051480" y="974585"/>
                  </a:lnTo>
                  <a:lnTo>
                    <a:pt x="1261776" y="703399"/>
                  </a:lnTo>
                  <a:lnTo>
                    <a:pt x="1472073" y="533534"/>
                  </a:lnTo>
                  <a:lnTo>
                    <a:pt x="1682369" y="352591"/>
                  </a:lnTo>
                  <a:lnTo>
                    <a:pt x="2523553" y="0"/>
                  </a:lnTo>
                </a:path>
              </a:pathLst>
            </a:custGeom>
            <a:ln w="13550" cap="flat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618469" y="6104139"/>
              <a:ext cx="2523553" cy="1252161"/>
            </a:xfrm>
            <a:custGeom>
              <a:avLst/>
              <a:pathLst>
                <a:path w="2523553" h="1252161">
                  <a:moveTo>
                    <a:pt x="0" y="1204281"/>
                  </a:moveTo>
                  <a:lnTo>
                    <a:pt x="210296" y="1252161"/>
                  </a:lnTo>
                  <a:lnTo>
                    <a:pt x="420592" y="1170590"/>
                  </a:lnTo>
                  <a:lnTo>
                    <a:pt x="630888" y="1105573"/>
                  </a:lnTo>
                  <a:lnTo>
                    <a:pt x="841184" y="1046033"/>
                  </a:lnTo>
                  <a:lnTo>
                    <a:pt x="1051480" y="954960"/>
                  </a:lnTo>
                  <a:lnTo>
                    <a:pt x="1261776" y="735555"/>
                  </a:lnTo>
                  <a:lnTo>
                    <a:pt x="1472073" y="542538"/>
                  </a:lnTo>
                  <a:lnTo>
                    <a:pt x="1682369" y="407484"/>
                  </a:lnTo>
                  <a:lnTo>
                    <a:pt x="2523553" y="0"/>
                  </a:lnTo>
                </a:path>
              </a:pathLst>
            </a:custGeom>
            <a:ln w="13550" cap="flat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3593643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803940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4014236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4224532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4434828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4645124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855420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5065716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276013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6117197" y="7683445"/>
              <a:ext cx="49651" cy="49651"/>
            </a:xfrm>
            <a:prstGeom prst="ellipse">
              <a:avLst/>
            </a:prstGeom>
            <a:solidFill>
              <a:srgbClr val="4F6980">
                <a:alpha val="100000"/>
              </a:srgbClr>
            </a:solidFill>
            <a:ln w="9000" cap="rnd">
              <a:solidFill>
                <a:srgbClr val="4F698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593643" y="7067135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803940" y="7124144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014236" y="7050870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224532" y="6954279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434828" y="6887810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45124" y="6787899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855420" y="6507336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65716" y="6334567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276013" y="6109809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6117197" y="5731451"/>
              <a:ext cx="49651" cy="49651"/>
            </a:xfrm>
            <a:prstGeom prst="ellipse">
              <a:avLst/>
            </a:prstGeom>
            <a:solidFill>
              <a:srgbClr val="A2CEAA">
                <a:alpha val="100000"/>
              </a:srgbClr>
            </a:solidFill>
            <a:ln w="9000" cap="rnd">
              <a:solidFill>
                <a:srgbClr val="A2CE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93643" y="6748773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803940" y="6845033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014236" y="6905859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24532" y="7000542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434828" y="7017263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645124" y="7036307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4855420" y="7117588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5065716" y="7268948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5276013" y="7326330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6117197" y="7486279"/>
              <a:ext cx="49651" cy="49651"/>
            </a:xfrm>
            <a:prstGeom prst="ellipse">
              <a:avLst/>
            </a:prstGeom>
            <a:solidFill>
              <a:srgbClr val="638B66">
                <a:alpha val="100000"/>
              </a:srgbClr>
            </a:solidFill>
            <a:ln w="9000" cap="rnd">
              <a:solidFill>
                <a:srgbClr val="638B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93643" y="6734085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803940" y="6799517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014236" y="6746076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224532" y="6703257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434828" y="6637162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645124" y="6514722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4855420" y="6288263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065716" y="6181713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5276013" y="6023093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117197" y="5672409"/>
              <a:ext cx="49651" cy="49651"/>
            </a:xfrm>
            <a:prstGeom prst="ellipse">
              <a:avLst/>
            </a:prstGeom>
            <a:solidFill>
              <a:srgbClr val="BFBB60">
                <a:alpha val="100000"/>
              </a:srgbClr>
            </a:solidFill>
            <a:ln w="9000" cap="rnd">
              <a:solidFill>
                <a:srgbClr val="BFBB6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93643" y="6792588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803940" y="6848642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014236" y="6764706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4224532" y="6677491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434828" y="6632805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645124" y="6518871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855420" y="6279882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5065716" y="6117651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276013" y="5966416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6117197" y="5589220"/>
              <a:ext cx="49651" cy="49651"/>
            </a:xfrm>
            <a:prstGeom prst="ellipse">
              <a:avLst/>
            </a:prstGeom>
            <a:solidFill>
              <a:srgbClr val="849DB1">
                <a:alpha val="100000"/>
              </a:srgbClr>
            </a:solidFill>
            <a:ln w="9000" cap="rnd">
              <a:solidFill>
                <a:srgbClr val="849DB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93643" y="6911626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803940" y="6978883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14236" y="6897644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224532" y="6754375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434828" y="6693714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645124" y="6577747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855420" y="6306560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065716" y="6136696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276013" y="5955753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6117197" y="5603161"/>
              <a:ext cx="49651" cy="49651"/>
            </a:xfrm>
            <a:prstGeom prst="ellipse">
              <a:avLst/>
            </a:prstGeom>
            <a:solidFill>
              <a:srgbClr val="F47942">
                <a:alpha val="100000"/>
              </a:srgbClr>
            </a:solidFill>
            <a:ln w="9000" cap="rnd">
              <a:solidFill>
                <a:srgbClr val="F4794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93643" y="7283594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803940" y="7331475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014236" y="7249903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224532" y="7184887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434828" y="7125347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645124" y="7034274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855420" y="6814869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065716" y="6621852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5276013" y="6486798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6117197" y="6079313"/>
              <a:ext cx="49651" cy="49651"/>
            </a:xfrm>
            <a:prstGeom prst="ellipse">
              <a:avLst/>
            </a:prstGeom>
            <a:solidFill>
              <a:srgbClr val="FBB04E">
                <a:alpha val="100000"/>
              </a:srgbClr>
            </a:solidFill>
            <a:ln w="9000" cap="rnd">
              <a:solidFill>
                <a:srgbClr val="FBB04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597440" y="748118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618469" y="7481184"/>
              <a:ext cx="0" cy="454172"/>
            </a:xfrm>
            <a:custGeom>
              <a:avLst/>
              <a:pathLst>
                <a:path w="0" h="454172">
                  <a:moveTo>
                    <a:pt x="0" y="0"/>
                  </a:moveTo>
                  <a:lnTo>
                    <a:pt x="0" y="45417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597440" y="793535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807736" y="7481770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828765" y="7481770"/>
              <a:ext cx="0" cy="453000"/>
            </a:xfrm>
            <a:custGeom>
              <a:avLst/>
              <a:pathLst>
                <a:path w="0" h="453000">
                  <a:moveTo>
                    <a:pt x="0" y="0"/>
                  </a:moveTo>
                  <a:lnTo>
                    <a:pt x="0" y="45300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807736" y="793477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4018032" y="748511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039062" y="7485117"/>
              <a:ext cx="0" cy="446306"/>
            </a:xfrm>
            <a:custGeom>
              <a:avLst/>
              <a:pathLst>
                <a:path w="0" h="446306">
                  <a:moveTo>
                    <a:pt x="0" y="0"/>
                  </a:moveTo>
                  <a:lnTo>
                    <a:pt x="0" y="44630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018032" y="793142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228328" y="751730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249358" y="7517304"/>
              <a:ext cx="0" cy="381933"/>
            </a:xfrm>
            <a:custGeom>
              <a:avLst/>
              <a:pathLst>
                <a:path w="0" h="381933">
                  <a:moveTo>
                    <a:pt x="0" y="0"/>
                  </a:moveTo>
                  <a:lnTo>
                    <a:pt x="0" y="38193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228328" y="789923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438624" y="750893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459654" y="7508938"/>
              <a:ext cx="0" cy="398665"/>
            </a:xfrm>
            <a:custGeom>
              <a:avLst/>
              <a:pathLst>
                <a:path w="0" h="398665">
                  <a:moveTo>
                    <a:pt x="0" y="0"/>
                  </a:moveTo>
                  <a:lnTo>
                    <a:pt x="0" y="39866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4438624" y="790760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648920" y="750639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4669950" y="7506396"/>
              <a:ext cx="0" cy="403749"/>
            </a:xfrm>
            <a:custGeom>
              <a:avLst/>
              <a:pathLst>
                <a:path w="0" h="403749">
                  <a:moveTo>
                    <a:pt x="0" y="0"/>
                  </a:moveTo>
                  <a:lnTo>
                    <a:pt x="0" y="40374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4648920" y="791014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4859217" y="753204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4880246" y="7532048"/>
              <a:ext cx="0" cy="352444"/>
            </a:xfrm>
            <a:custGeom>
              <a:avLst/>
              <a:pathLst>
                <a:path w="0" h="352444">
                  <a:moveTo>
                    <a:pt x="0" y="0"/>
                  </a:moveTo>
                  <a:lnTo>
                    <a:pt x="0" y="3524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4859217" y="788449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069513" y="756769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090542" y="7567698"/>
              <a:ext cx="0" cy="281146"/>
            </a:xfrm>
            <a:custGeom>
              <a:avLst/>
              <a:pathLst>
                <a:path w="0" h="281146">
                  <a:moveTo>
                    <a:pt x="0" y="0"/>
                  </a:moveTo>
                  <a:lnTo>
                    <a:pt x="0" y="28114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069513" y="784884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279809" y="758380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300839" y="7583807"/>
              <a:ext cx="0" cy="248928"/>
            </a:xfrm>
            <a:custGeom>
              <a:avLst/>
              <a:pathLst>
                <a:path w="0" h="248928">
                  <a:moveTo>
                    <a:pt x="0" y="0"/>
                  </a:moveTo>
                  <a:lnTo>
                    <a:pt x="0" y="24892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279809" y="783273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120994" y="762397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142023" y="7623978"/>
              <a:ext cx="0" cy="168585"/>
            </a:xfrm>
            <a:custGeom>
              <a:avLst/>
              <a:pathLst>
                <a:path w="0" h="168585">
                  <a:moveTo>
                    <a:pt x="0" y="0"/>
                  </a:moveTo>
                  <a:lnTo>
                    <a:pt x="0" y="16858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6120994" y="779256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597440" y="701809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618469" y="7018092"/>
              <a:ext cx="0" cy="147737"/>
            </a:xfrm>
            <a:custGeom>
              <a:avLst/>
              <a:pathLst>
                <a:path w="0" h="147737">
                  <a:moveTo>
                    <a:pt x="0" y="0"/>
                  </a:moveTo>
                  <a:lnTo>
                    <a:pt x="0" y="14773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597440" y="7165830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3807736" y="708568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3828765" y="7085685"/>
              <a:ext cx="0" cy="126569"/>
            </a:xfrm>
            <a:custGeom>
              <a:avLst/>
              <a:pathLst>
                <a:path w="0" h="126569">
                  <a:moveTo>
                    <a:pt x="0" y="0"/>
                  </a:moveTo>
                  <a:lnTo>
                    <a:pt x="0" y="12656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3807736" y="721225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018032" y="699638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039062" y="6996384"/>
              <a:ext cx="0" cy="158623"/>
            </a:xfrm>
            <a:custGeom>
              <a:avLst/>
              <a:pathLst>
                <a:path w="0" h="158623">
                  <a:moveTo>
                    <a:pt x="0" y="0"/>
                  </a:moveTo>
                  <a:lnTo>
                    <a:pt x="0" y="1586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018032" y="715500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228328" y="689958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249358" y="6899587"/>
              <a:ext cx="0" cy="159034"/>
            </a:xfrm>
            <a:custGeom>
              <a:avLst/>
              <a:pathLst>
                <a:path w="0" h="159034">
                  <a:moveTo>
                    <a:pt x="0" y="0"/>
                  </a:moveTo>
                  <a:lnTo>
                    <a:pt x="0" y="15903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228328" y="705862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4438624" y="682676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459654" y="6826766"/>
              <a:ext cx="0" cy="171739"/>
            </a:xfrm>
            <a:custGeom>
              <a:avLst/>
              <a:pathLst>
                <a:path w="0" h="171739">
                  <a:moveTo>
                    <a:pt x="0" y="0"/>
                  </a:moveTo>
                  <a:lnTo>
                    <a:pt x="0" y="17173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4438624" y="699850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648920" y="671891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669950" y="6718916"/>
              <a:ext cx="0" cy="187619"/>
            </a:xfrm>
            <a:custGeom>
              <a:avLst/>
              <a:pathLst>
                <a:path w="0" h="187619">
                  <a:moveTo>
                    <a:pt x="0" y="0"/>
                  </a:moveTo>
                  <a:lnTo>
                    <a:pt x="0" y="18761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648920" y="690653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859217" y="643417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880246" y="6434177"/>
              <a:ext cx="0" cy="195970"/>
            </a:xfrm>
            <a:custGeom>
              <a:avLst/>
              <a:pathLst>
                <a:path w="0" h="195970">
                  <a:moveTo>
                    <a:pt x="0" y="0"/>
                  </a:moveTo>
                  <a:lnTo>
                    <a:pt x="0" y="19597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859217" y="663014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069513" y="625354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090542" y="6253544"/>
              <a:ext cx="0" cy="211697"/>
            </a:xfrm>
            <a:custGeom>
              <a:avLst/>
              <a:pathLst>
                <a:path w="0" h="211697">
                  <a:moveTo>
                    <a:pt x="0" y="0"/>
                  </a:moveTo>
                  <a:lnTo>
                    <a:pt x="0" y="21169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5069513" y="646524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279809" y="6029559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300839" y="6029559"/>
              <a:ext cx="0" cy="210152"/>
            </a:xfrm>
            <a:custGeom>
              <a:avLst/>
              <a:pathLst>
                <a:path w="0" h="210152">
                  <a:moveTo>
                    <a:pt x="0" y="0"/>
                  </a:moveTo>
                  <a:lnTo>
                    <a:pt x="0" y="21015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279809" y="623971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6120994" y="565789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6142023" y="5657894"/>
              <a:ext cx="0" cy="196765"/>
            </a:xfrm>
            <a:custGeom>
              <a:avLst/>
              <a:pathLst>
                <a:path w="0" h="196765">
                  <a:moveTo>
                    <a:pt x="0" y="0"/>
                  </a:moveTo>
                  <a:lnTo>
                    <a:pt x="0" y="19676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6120994" y="5854660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597440" y="668794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618469" y="6687947"/>
              <a:ext cx="0" cy="171303"/>
            </a:xfrm>
            <a:custGeom>
              <a:avLst/>
              <a:pathLst>
                <a:path w="0" h="171303">
                  <a:moveTo>
                    <a:pt x="0" y="0"/>
                  </a:moveTo>
                  <a:lnTo>
                    <a:pt x="0" y="17130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597440" y="685925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3807736" y="678753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828765" y="6787535"/>
              <a:ext cx="0" cy="164647"/>
            </a:xfrm>
            <a:custGeom>
              <a:avLst/>
              <a:pathLst>
                <a:path w="0" h="164647">
                  <a:moveTo>
                    <a:pt x="0" y="0"/>
                  </a:moveTo>
                  <a:lnTo>
                    <a:pt x="0" y="16464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3807736" y="695218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018032" y="6873889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039062" y="6873889"/>
              <a:ext cx="0" cy="113591"/>
            </a:xfrm>
            <a:custGeom>
              <a:avLst/>
              <a:pathLst>
                <a:path w="0" h="113591">
                  <a:moveTo>
                    <a:pt x="0" y="0"/>
                  </a:moveTo>
                  <a:lnTo>
                    <a:pt x="0" y="11359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018032" y="6987480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4228328" y="697337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4249358" y="6973373"/>
              <a:ext cx="0" cy="103989"/>
            </a:xfrm>
            <a:custGeom>
              <a:avLst/>
              <a:pathLst>
                <a:path w="0" h="103989">
                  <a:moveTo>
                    <a:pt x="0" y="0"/>
                  </a:moveTo>
                  <a:lnTo>
                    <a:pt x="0" y="10398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4228328" y="707736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4438624" y="699413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459654" y="6994133"/>
              <a:ext cx="0" cy="95911"/>
            </a:xfrm>
            <a:custGeom>
              <a:avLst/>
              <a:pathLst>
                <a:path w="0" h="95911">
                  <a:moveTo>
                    <a:pt x="0" y="0"/>
                  </a:moveTo>
                  <a:lnTo>
                    <a:pt x="0" y="9591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4438624" y="709004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4648920" y="700153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669950" y="7001538"/>
              <a:ext cx="0" cy="119190"/>
            </a:xfrm>
            <a:custGeom>
              <a:avLst/>
              <a:pathLst>
                <a:path w="0" h="119190">
                  <a:moveTo>
                    <a:pt x="0" y="0"/>
                  </a:moveTo>
                  <a:lnTo>
                    <a:pt x="0" y="1191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4648920" y="712072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4859217" y="707638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4880246" y="7076381"/>
              <a:ext cx="0" cy="132065"/>
            </a:xfrm>
            <a:custGeom>
              <a:avLst/>
              <a:pathLst>
                <a:path w="0" h="132065">
                  <a:moveTo>
                    <a:pt x="0" y="0"/>
                  </a:moveTo>
                  <a:lnTo>
                    <a:pt x="0" y="13206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4859217" y="720844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5069513" y="725011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5090542" y="7250116"/>
              <a:ext cx="0" cy="87316"/>
            </a:xfrm>
            <a:custGeom>
              <a:avLst/>
              <a:pathLst>
                <a:path w="0" h="87316">
                  <a:moveTo>
                    <a:pt x="0" y="0"/>
                  </a:moveTo>
                  <a:lnTo>
                    <a:pt x="0" y="8731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5069513" y="733743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5279809" y="731145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300839" y="7311457"/>
              <a:ext cx="0" cy="79399"/>
            </a:xfrm>
            <a:custGeom>
              <a:avLst/>
              <a:pathLst>
                <a:path w="0" h="79399">
                  <a:moveTo>
                    <a:pt x="0" y="0"/>
                  </a:moveTo>
                  <a:lnTo>
                    <a:pt x="0" y="7939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279809" y="739085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6120994" y="748819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6142023" y="7488197"/>
              <a:ext cx="0" cy="45815"/>
            </a:xfrm>
            <a:custGeom>
              <a:avLst/>
              <a:pathLst>
                <a:path w="0" h="45815">
                  <a:moveTo>
                    <a:pt x="0" y="0"/>
                  </a:moveTo>
                  <a:lnTo>
                    <a:pt x="0" y="4581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6120994" y="753401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3597440" y="667854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3618469" y="6678543"/>
              <a:ext cx="0" cy="160737"/>
            </a:xfrm>
            <a:custGeom>
              <a:avLst/>
              <a:pathLst>
                <a:path w="0" h="160737">
                  <a:moveTo>
                    <a:pt x="0" y="0"/>
                  </a:moveTo>
                  <a:lnTo>
                    <a:pt x="0" y="16073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3597440" y="6839280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3807736" y="6747229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3828765" y="6747229"/>
              <a:ext cx="0" cy="154227"/>
            </a:xfrm>
            <a:custGeom>
              <a:avLst/>
              <a:pathLst>
                <a:path w="0" h="154227">
                  <a:moveTo>
                    <a:pt x="0" y="0"/>
                  </a:moveTo>
                  <a:lnTo>
                    <a:pt x="0" y="1542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3807736" y="690145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4018032" y="6703189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039062" y="6703189"/>
              <a:ext cx="0" cy="135426"/>
            </a:xfrm>
            <a:custGeom>
              <a:avLst/>
              <a:pathLst>
                <a:path w="0" h="135426">
                  <a:moveTo>
                    <a:pt x="0" y="0"/>
                  </a:moveTo>
                  <a:lnTo>
                    <a:pt x="0" y="13542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4018032" y="683861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4228328" y="667949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4249358" y="6679494"/>
              <a:ext cx="0" cy="97178"/>
            </a:xfrm>
            <a:custGeom>
              <a:avLst/>
              <a:pathLst>
                <a:path w="0" h="97178">
                  <a:moveTo>
                    <a:pt x="0" y="0"/>
                  </a:moveTo>
                  <a:lnTo>
                    <a:pt x="0" y="9717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4228328" y="677667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4438624" y="661159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4459654" y="6611591"/>
              <a:ext cx="0" cy="100793"/>
            </a:xfrm>
            <a:custGeom>
              <a:avLst/>
              <a:pathLst>
                <a:path w="0" h="100793">
                  <a:moveTo>
                    <a:pt x="0" y="0"/>
                  </a:moveTo>
                  <a:lnTo>
                    <a:pt x="0" y="10079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4438624" y="671238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4648920" y="647683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4669950" y="6476832"/>
              <a:ext cx="0" cy="125430"/>
            </a:xfrm>
            <a:custGeom>
              <a:avLst/>
              <a:pathLst>
                <a:path w="0" h="125430">
                  <a:moveTo>
                    <a:pt x="0" y="0"/>
                  </a:moveTo>
                  <a:lnTo>
                    <a:pt x="0" y="12543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4648920" y="660226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4859217" y="625030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4880246" y="6250308"/>
              <a:ext cx="0" cy="125560"/>
            </a:xfrm>
            <a:custGeom>
              <a:avLst/>
              <a:pathLst>
                <a:path w="0" h="125560">
                  <a:moveTo>
                    <a:pt x="0" y="0"/>
                  </a:moveTo>
                  <a:lnTo>
                    <a:pt x="0" y="12556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4859217" y="6375869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069513" y="616164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5090542" y="6161648"/>
              <a:ext cx="0" cy="89781"/>
            </a:xfrm>
            <a:custGeom>
              <a:avLst/>
              <a:pathLst>
                <a:path w="0" h="89781">
                  <a:moveTo>
                    <a:pt x="0" y="0"/>
                  </a:moveTo>
                  <a:lnTo>
                    <a:pt x="0" y="8978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5069513" y="6251430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5279809" y="600165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5300839" y="6001652"/>
              <a:ext cx="0" cy="92534"/>
            </a:xfrm>
            <a:custGeom>
              <a:avLst/>
              <a:pathLst>
                <a:path w="0" h="92534">
                  <a:moveTo>
                    <a:pt x="0" y="0"/>
                  </a:moveTo>
                  <a:lnTo>
                    <a:pt x="0" y="9253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5279809" y="609418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6120994" y="565574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6142023" y="5655741"/>
              <a:ext cx="0" cy="82988"/>
            </a:xfrm>
            <a:custGeom>
              <a:avLst/>
              <a:pathLst>
                <a:path w="0" h="82988">
                  <a:moveTo>
                    <a:pt x="0" y="0"/>
                  </a:moveTo>
                  <a:lnTo>
                    <a:pt x="0" y="8298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6120994" y="5738730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597440" y="673504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618469" y="6735043"/>
              <a:ext cx="0" cy="164741"/>
            </a:xfrm>
            <a:custGeom>
              <a:avLst/>
              <a:pathLst>
                <a:path w="0" h="164741">
                  <a:moveTo>
                    <a:pt x="0" y="0"/>
                  </a:moveTo>
                  <a:lnTo>
                    <a:pt x="0" y="16474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597440" y="689978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807736" y="680151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3828765" y="6801514"/>
              <a:ext cx="0" cy="143908"/>
            </a:xfrm>
            <a:custGeom>
              <a:avLst/>
              <a:pathLst>
                <a:path w="0" h="143908">
                  <a:moveTo>
                    <a:pt x="0" y="0"/>
                  </a:moveTo>
                  <a:lnTo>
                    <a:pt x="0" y="14390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3807736" y="694542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4018032" y="672160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4039062" y="6721603"/>
              <a:ext cx="0" cy="135858"/>
            </a:xfrm>
            <a:custGeom>
              <a:avLst/>
              <a:pathLst>
                <a:path w="0" h="135858">
                  <a:moveTo>
                    <a:pt x="0" y="0"/>
                  </a:moveTo>
                  <a:lnTo>
                    <a:pt x="0" y="13585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4018032" y="685746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4228328" y="6653239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4249358" y="6653239"/>
              <a:ext cx="0" cy="98156"/>
            </a:xfrm>
            <a:custGeom>
              <a:avLst/>
              <a:pathLst>
                <a:path w="0" h="98156">
                  <a:moveTo>
                    <a:pt x="0" y="0"/>
                  </a:moveTo>
                  <a:lnTo>
                    <a:pt x="0" y="9815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4228328" y="675139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4438624" y="660617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4459654" y="6606177"/>
              <a:ext cx="0" cy="102909"/>
            </a:xfrm>
            <a:custGeom>
              <a:avLst/>
              <a:pathLst>
                <a:path w="0" h="102909">
                  <a:moveTo>
                    <a:pt x="0" y="0"/>
                  </a:moveTo>
                  <a:lnTo>
                    <a:pt x="0" y="10290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438624" y="670908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4648920" y="649288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669950" y="6492884"/>
              <a:ext cx="0" cy="101624"/>
            </a:xfrm>
            <a:custGeom>
              <a:avLst/>
              <a:pathLst>
                <a:path w="0" h="101624">
                  <a:moveTo>
                    <a:pt x="0" y="0"/>
                  </a:moveTo>
                  <a:lnTo>
                    <a:pt x="0" y="1016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4648920" y="6594509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4859217" y="626082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4880246" y="6260828"/>
              <a:ext cx="0" cy="87759"/>
            </a:xfrm>
            <a:custGeom>
              <a:avLst/>
              <a:pathLst>
                <a:path w="0" h="87759">
                  <a:moveTo>
                    <a:pt x="0" y="0"/>
                  </a:moveTo>
                  <a:lnTo>
                    <a:pt x="0" y="8775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4859217" y="634858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5069513" y="6102209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5090542" y="6102209"/>
              <a:ext cx="0" cy="80536"/>
            </a:xfrm>
            <a:custGeom>
              <a:avLst/>
              <a:pathLst>
                <a:path w="0" h="80536">
                  <a:moveTo>
                    <a:pt x="0" y="0"/>
                  </a:moveTo>
                  <a:lnTo>
                    <a:pt x="0" y="8053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5069513" y="618274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5279809" y="594409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5300839" y="5944095"/>
              <a:ext cx="0" cy="94292"/>
            </a:xfrm>
            <a:custGeom>
              <a:avLst/>
              <a:pathLst>
                <a:path w="0" h="94292">
                  <a:moveTo>
                    <a:pt x="0" y="0"/>
                  </a:moveTo>
                  <a:lnTo>
                    <a:pt x="0" y="9429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279809" y="603838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6120994" y="5555300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6142023" y="5555300"/>
              <a:ext cx="0" cy="117490"/>
            </a:xfrm>
            <a:custGeom>
              <a:avLst/>
              <a:pathLst>
                <a:path w="0" h="117490">
                  <a:moveTo>
                    <a:pt x="0" y="0"/>
                  </a:moveTo>
                  <a:lnTo>
                    <a:pt x="0" y="1174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6120994" y="567279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3597440" y="685494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3618469" y="6854947"/>
              <a:ext cx="0" cy="163009"/>
            </a:xfrm>
            <a:custGeom>
              <a:avLst/>
              <a:pathLst>
                <a:path w="0" h="163009">
                  <a:moveTo>
                    <a:pt x="0" y="0"/>
                  </a:moveTo>
                  <a:lnTo>
                    <a:pt x="0" y="16300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3597440" y="701795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3807736" y="693561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828765" y="6935614"/>
              <a:ext cx="0" cy="136190"/>
            </a:xfrm>
            <a:custGeom>
              <a:avLst/>
              <a:pathLst>
                <a:path w="0" h="136190">
                  <a:moveTo>
                    <a:pt x="0" y="0"/>
                  </a:moveTo>
                  <a:lnTo>
                    <a:pt x="0" y="13619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3807736" y="707180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4018032" y="685210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039062" y="6852104"/>
              <a:ext cx="0" cy="140731"/>
            </a:xfrm>
            <a:custGeom>
              <a:avLst/>
              <a:pathLst>
                <a:path w="0" h="140731">
                  <a:moveTo>
                    <a:pt x="0" y="0"/>
                  </a:moveTo>
                  <a:lnTo>
                    <a:pt x="0" y="14073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4018032" y="699283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4228328" y="671051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4249358" y="6710514"/>
              <a:ext cx="0" cy="137373"/>
            </a:xfrm>
            <a:custGeom>
              <a:avLst/>
              <a:pathLst>
                <a:path w="0" h="137373">
                  <a:moveTo>
                    <a:pt x="0" y="0"/>
                  </a:moveTo>
                  <a:lnTo>
                    <a:pt x="0" y="1373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4228328" y="684788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4438624" y="664100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4459654" y="6641006"/>
              <a:ext cx="0" cy="155068"/>
            </a:xfrm>
            <a:custGeom>
              <a:avLst/>
              <a:pathLst>
                <a:path w="0" h="155068">
                  <a:moveTo>
                    <a:pt x="0" y="0"/>
                  </a:moveTo>
                  <a:lnTo>
                    <a:pt x="0" y="15506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4438624" y="679607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4648920" y="652139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4669950" y="6521394"/>
              <a:ext cx="0" cy="162356"/>
            </a:xfrm>
            <a:custGeom>
              <a:avLst/>
              <a:pathLst>
                <a:path w="0" h="162356">
                  <a:moveTo>
                    <a:pt x="0" y="0"/>
                  </a:moveTo>
                  <a:lnTo>
                    <a:pt x="0" y="16235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4648920" y="668375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4859217" y="6262208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4880246" y="6262208"/>
              <a:ext cx="0" cy="138356"/>
            </a:xfrm>
            <a:custGeom>
              <a:avLst/>
              <a:pathLst>
                <a:path w="0" h="138356">
                  <a:moveTo>
                    <a:pt x="0" y="0"/>
                  </a:moveTo>
                  <a:lnTo>
                    <a:pt x="0" y="13835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4859217" y="640056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069513" y="610449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5090542" y="6104496"/>
              <a:ext cx="0" cy="114051"/>
            </a:xfrm>
            <a:custGeom>
              <a:avLst/>
              <a:pathLst>
                <a:path w="0" h="114051">
                  <a:moveTo>
                    <a:pt x="0" y="0"/>
                  </a:moveTo>
                  <a:lnTo>
                    <a:pt x="0" y="11405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069513" y="621854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5279809" y="592410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5300839" y="5924106"/>
              <a:ext cx="0" cy="112944"/>
            </a:xfrm>
            <a:custGeom>
              <a:avLst/>
              <a:pathLst>
                <a:path w="0" h="112944">
                  <a:moveTo>
                    <a:pt x="0" y="0"/>
                  </a:moveTo>
                  <a:lnTo>
                    <a:pt x="0" y="11294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5279809" y="603705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6120994" y="558883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6142023" y="5588831"/>
              <a:ext cx="0" cy="78310"/>
            </a:xfrm>
            <a:custGeom>
              <a:avLst/>
              <a:pathLst>
                <a:path w="0" h="78310">
                  <a:moveTo>
                    <a:pt x="0" y="0"/>
                  </a:moveTo>
                  <a:lnTo>
                    <a:pt x="0" y="7831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6120994" y="566714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3597440" y="723555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3618469" y="7235556"/>
              <a:ext cx="0" cy="145727"/>
            </a:xfrm>
            <a:custGeom>
              <a:avLst/>
              <a:pathLst>
                <a:path w="0" h="145727">
                  <a:moveTo>
                    <a:pt x="0" y="0"/>
                  </a:moveTo>
                  <a:lnTo>
                    <a:pt x="0" y="14572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3597440" y="738128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3807736" y="729462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3828765" y="7294626"/>
              <a:ext cx="0" cy="123349"/>
            </a:xfrm>
            <a:custGeom>
              <a:avLst/>
              <a:pathLst>
                <a:path w="0" h="123349">
                  <a:moveTo>
                    <a:pt x="0" y="0"/>
                  </a:moveTo>
                  <a:lnTo>
                    <a:pt x="0" y="12334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3807736" y="741797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4018032" y="719699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4039062" y="7196996"/>
              <a:ext cx="0" cy="155467"/>
            </a:xfrm>
            <a:custGeom>
              <a:avLst/>
              <a:pathLst>
                <a:path w="0" h="155467">
                  <a:moveTo>
                    <a:pt x="0" y="0"/>
                  </a:moveTo>
                  <a:lnTo>
                    <a:pt x="0" y="15546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4018032" y="735246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4228328" y="712821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4249358" y="7128212"/>
              <a:ext cx="0" cy="163001"/>
            </a:xfrm>
            <a:custGeom>
              <a:avLst/>
              <a:pathLst>
                <a:path w="0" h="163001">
                  <a:moveTo>
                    <a:pt x="0" y="0"/>
                  </a:moveTo>
                  <a:lnTo>
                    <a:pt x="0" y="1630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4228328" y="729121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4438624" y="705656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4459654" y="7056564"/>
              <a:ext cx="0" cy="187218"/>
            </a:xfrm>
            <a:custGeom>
              <a:avLst/>
              <a:pathLst>
                <a:path w="0" h="187218">
                  <a:moveTo>
                    <a:pt x="0" y="0"/>
                  </a:moveTo>
                  <a:lnTo>
                    <a:pt x="0" y="18721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4438624" y="724378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4648920" y="6959899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4669950" y="6959899"/>
              <a:ext cx="0" cy="198402"/>
            </a:xfrm>
            <a:custGeom>
              <a:avLst/>
              <a:pathLst>
                <a:path w="0" h="198402">
                  <a:moveTo>
                    <a:pt x="0" y="0"/>
                  </a:moveTo>
                  <a:lnTo>
                    <a:pt x="0" y="19840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4648920" y="7158301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4859217" y="674604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4880246" y="6746043"/>
              <a:ext cx="0" cy="187302"/>
            </a:xfrm>
            <a:custGeom>
              <a:avLst/>
              <a:pathLst>
                <a:path w="0" h="187302">
                  <a:moveTo>
                    <a:pt x="0" y="0"/>
                  </a:moveTo>
                  <a:lnTo>
                    <a:pt x="0" y="187302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4859217" y="6933346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5069513" y="6529743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5090542" y="6529743"/>
              <a:ext cx="0" cy="233869"/>
            </a:xfrm>
            <a:custGeom>
              <a:avLst/>
              <a:pathLst>
                <a:path w="0" h="233869">
                  <a:moveTo>
                    <a:pt x="0" y="0"/>
                  </a:moveTo>
                  <a:lnTo>
                    <a:pt x="0" y="23386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5069513" y="6763612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5279809" y="6404517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5300839" y="6404517"/>
              <a:ext cx="0" cy="214213"/>
            </a:xfrm>
            <a:custGeom>
              <a:avLst/>
              <a:pathLst>
                <a:path w="0" h="214213">
                  <a:moveTo>
                    <a:pt x="0" y="0"/>
                  </a:moveTo>
                  <a:lnTo>
                    <a:pt x="0" y="21421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5279809" y="6618730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6120994" y="5997435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6142023" y="5997435"/>
              <a:ext cx="0" cy="213409"/>
            </a:xfrm>
            <a:custGeom>
              <a:avLst/>
              <a:pathLst>
                <a:path w="0" h="213409">
                  <a:moveTo>
                    <a:pt x="0" y="0"/>
                  </a:moveTo>
                  <a:lnTo>
                    <a:pt x="0" y="213409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6120994" y="6210844"/>
              <a:ext cx="42059" cy="0"/>
            </a:xfrm>
            <a:custGeom>
              <a:avLst/>
              <a:pathLst>
                <a:path w="42059" h="0">
                  <a:moveTo>
                    <a:pt x="0" y="0"/>
                  </a:moveTo>
                  <a:lnTo>
                    <a:pt x="4205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tx295"/>
            <p:cNvSpPr/>
            <p:nvPr/>
          </p:nvSpPr>
          <p:spPr>
            <a:xfrm>
              <a:off x="6519843" y="5451329"/>
              <a:ext cx="506137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BFBB60">
                      <a:alpha val="100000"/>
                    </a:srgbClr>
                  </a:solidFill>
                  <a:latin typeface="Helvetica"/>
                  <a:cs typeface="Helvetica"/>
                </a:rPr>
                <a:t>Dead cells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6468578" y="5528623"/>
              <a:ext cx="608666" cy="1024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47942">
                      <a:alpha val="100000"/>
                    </a:srgbClr>
                  </a:solidFill>
                  <a:latin typeface="Helvetica"/>
                  <a:cs typeface="Helvetica"/>
                </a:rPr>
                <a:t>Spent media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6459527" y="5628678"/>
              <a:ext cx="626769" cy="102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638B66">
                      <a:alpha val="100000"/>
                    </a:srgbClr>
                  </a:solidFill>
                  <a:latin typeface="Helvetica"/>
                  <a:cs typeface="Helvetica"/>
                </a:rPr>
                <a:t>Phage lysate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6471675" y="5750065"/>
              <a:ext cx="602473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849DB1">
                      <a:alpha val="100000"/>
                    </a:srgbClr>
                  </a:solidFill>
                  <a:latin typeface="Helvetica"/>
                  <a:cs typeface="Helvetica"/>
                </a:rPr>
                <a:t>Fresh media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6628354" y="6049225"/>
              <a:ext cx="289115" cy="797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BB04E">
                      <a:alpha val="100000"/>
                    </a:srgbClr>
                  </a:solidFill>
                  <a:latin typeface="Helvetica"/>
                  <a:cs typeface="Helvetica"/>
                </a:rPr>
                <a:t>Water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6544007" y="7441158"/>
              <a:ext cx="457809" cy="819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A2CEAA">
                      <a:alpha val="100000"/>
                    </a:srgbClr>
                  </a:solidFill>
                  <a:latin typeface="Helvetica"/>
                  <a:cs typeface="Helvetica"/>
                </a:rPr>
                <a:t>Non-GFP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6483638" y="7645149"/>
              <a:ext cx="578548" cy="102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4F6980">
                      <a:alpha val="100000"/>
                    </a:srgbClr>
                  </a:solidFill>
                  <a:latin typeface="Helvetica"/>
                  <a:cs typeface="Helvetica"/>
                </a:rPr>
                <a:t>Background</a:t>
              </a:r>
            </a:p>
          </p:txBody>
        </p:sp>
        <p:sp>
          <p:nvSpPr>
            <p:cNvPr id="302" name="rc302"/>
            <p:cNvSpPr/>
            <p:nvPr/>
          </p:nvSpPr>
          <p:spPr>
            <a:xfrm>
              <a:off x="3218907" y="5370507"/>
              <a:ext cx="4163863" cy="2686985"/>
            </a:xfrm>
            <a:prstGeom prst="rect">
              <a:avLst/>
            </a:prstGeom>
            <a:ln w="40651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3218907" y="5370507"/>
              <a:ext cx="4163863" cy="0"/>
            </a:xfrm>
            <a:custGeom>
              <a:avLst/>
              <a:pathLst>
                <a:path w="4163863" h="0">
                  <a:moveTo>
                    <a:pt x="0" y="0"/>
                  </a:moveTo>
                  <a:lnTo>
                    <a:pt x="4163863" y="0"/>
                  </a:lnTo>
                </a:path>
              </a:pathLst>
            </a:custGeom>
            <a:ln w="2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3408173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4459654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5511135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6562615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tx308"/>
            <p:cNvSpPr/>
            <p:nvPr/>
          </p:nvSpPr>
          <p:spPr>
            <a:xfrm>
              <a:off x="2972383" y="7648897"/>
              <a:ext cx="91820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2696921" y="7026127"/>
              <a:ext cx="367283" cy="118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2500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2696921" y="6404163"/>
              <a:ext cx="367283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5000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2696921" y="5781795"/>
              <a:ext cx="367283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7500</a:t>
              </a:r>
            </a:p>
          </p:txBody>
        </p:sp>
        <p:sp>
          <p:nvSpPr>
            <p:cNvPr id="312" name="pl312"/>
            <p:cNvSpPr/>
            <p:nvPr/>
          </p:nvSpPr>
          <p:spPr>
            <a:xfrm>
              <a:off x="3127467" y="7708271"/>
              <a:ext cx="91440" cy="0"/>
            </a:xfrm>
            <a:custGeom>
              <a:avLst/>
              <a:pathLst>
                <a:path w="91440" h="0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3127467" y="7085903"/>
              <a:ext cx="91440" cy="0"/>
            </a:xfrm>
            <a:custGeom>
              <a:avLst/>
              <a:pathLst>
                <a:path w="91440" h="0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3127467" y="6463536"/>
              <a:ext cx="91440" cy="0"/>
            </a:xfrm>
            <a:custGeom>
              <a:avLst/>
              <a:pathLst>
                <a:path w="91440" h="0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3127467" y="5841168"/>
              <a:ext cx="91440" cy="0"/>
            </a:xfrm>
            <a:custGeom>
              <a:avLst/>
              <a:pathLst>
                <a:path w="91440" h="0">
                  <a:moveTo>
                    <a:pt x="0" y="0"/>
                  </a:moveTo>
                  <a:lnTo>
                    <a:pt x="9144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7382770" y="5370507"/>
              <a:ext cx="0" cy="2686985"/>
            </a:xfrm>
            <a:custGeom>
              <a:avLst/>
              <a:pathLst>
                <a:path w="0" h="2686985">
                  <a:moveTo>
                    <a:pt x="0" y="2686985"/>
                  </a:moveTo>
                  <a:lnTo>
                    <a:pt x="0" y="0"/>
                  </a:lnTo>
                </a:path>
              </a:pathLst>
            </a:custGeom>
            <a:ln w="2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7382770" y="7708271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7382770" y="7085903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382770" y="6463536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7382770" y="5841168"/>
              <a:ext cx="91439" cy="0"/>
            </a:xfrm>
            <a:custGeom>
              <a:avLst/>
              <a:pathLst>
                <a:path w="91439" h="0">
                  <a:moveTo>
                    <a:pt x="91439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3408173" y="8057492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4459654" y="8057492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5511135" y="8057492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6562615" y="8057492"/>
              <a:ext cx="0" cy="91440"/>
            </a:xfrm>
            <a:custGeom>
              <a:avLst/>
              <a:pathLst>
                <a:path w="0" h="91440">
                  <a:moveTo>
                    <a:pt x="0" y="9144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tx325"/>
            <p:cNvSpPr/>
            <p:nvPr/>
          </p:nvSpPr>
          <p:spPr>
            <a:xfrm>
              <a:off x="3316352" y="8212034"/>
              <a:ext cx="183641" cy="1185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4367833" y="8212760"/>
              <a:ext cx="183641" cy="1178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5419314" y="8211631"/>
              <a:ext cx="183641" cy="1189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28" name="tx328"/>
            <p:cNvSpPr/>
            <p:nvPr/>
          </p:nvSpPr>
          <p:spPr>
            <a:xfrm>
              <a:off x="6470795" y="8211873"/>
              <a:ext cx="183641" cy="118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29" name="tx329"/>
            <p:cNvSpPr/>
            <p:nvPr/>
          </p:nvSpPr>
          <p:spPr>
            <a:xfrm>
              <a:off x="4922666" y="8512993"/>
              <a:ext cx="756344" cy="1896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Time (h)</a:t>
              </a:r>
            </a:p>
          </p:txBody>
        </p:sp>
        <p:sp>
          <p:nvSpPr>
            <p:cNvPr id="330" name="tx330"/>
            <p:cNvSpPr/>
            <p:nvPr/>
          </p:nvSpPr>
          <p:spPr>
            <a:xfrm rot="-5400000">
              <a:off x="1892716" y="6618402"/>
              <a:ext cx="948432" cy="191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GFP (a.u.)</a:t>
              </a:r>
            </a:p>
          </p:txBody>
        </p:sp>
        <p:sp>
          <p:nvSpPr>
            <p:cNvPr id="331" name="rc331"/>
            <p:cNvSpPr/>
            <p:nvPr/>
          </p:nvSpPr>
          <p:spPr>
            <a:xfrm>
              <a:off x="7543800" y="4983321"/>
              <a:ext cx="5486400" cy="4023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8521715" y="5370507"/>
              <a:ext cx="4347455" cy="25086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9023345" y="6910597"/>
              <a:ext cx="0" cy="50815"/>
            </a:xfrm>
            <a:custGeom>
              <a:avLst/>
              <a:pathLst>
                <a:path w="0" h="50815">
                  <a:moveTo>
                    <a:pt x="0" y="508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9023345" y="7317315"/>
              <a:ext cx="0" cy="47855"/>
            </a:xfrm>
            <a:custGeom>
              <a:avLst/>
              <a:pathLst>
                <a:path w="0" h="47855">
                  <a:moveTo>
                    <a:pt x="0" y="0"/>
                  </a:moveTo>
                  <a:lnTo>
                    <a:pt x="0" y="4785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8709826" y="6961412"/>
              <a:ext cx="627036" cy="355903"/>
            </a:xfrm>
            <a:custGeom>
              <a:avLst/>
              <a:pathLst>
                <a:path w="627036" h="355903">
                  <a:moveTo>
                    <a:pt x="0" y="0"/>
                  </a:moveTo>
                  <a:lnTo>
                    <a:pt x="0" y="355903"/>
                  </a:lnTo>
                  <a:lnTo>
                    <a:pt x="627036" y="355903"/>
                  </a:lnTo>
                  <a:lnTo>
                    <a:pt x="627036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8709826" y="7174365"/>
              <a:ext cx="627036" cy="0"/>
            </a:xfrm>
            <a:custGeom>
              <a:avLst/>
              <a:pathLst>
                <a:path w="627036" h="0">
                  <a:moveTo>
                    <a:pt x="0" y="0"/>
                  </a:moveTo>
                  <a:lnTo>
                    <a:pt x="62703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9859394" y="6747347"/>
              <a:ext cx="0" cy="156468"/>
            </a:xfrm>
            <a:custGeom>
              <a:avLst/>
              <a:pathLst>
                <a:path w="0" h="156468">
                  <a:moveTo>
                    <a:pt x="0" y="1564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9859394" y="7321489"/>
              <a:ext cx="0" cy="94104"/>
            </a:xfrm>
            <a:custGeom>
              <a:avLst/>
              <a:pathLst>
                <a:path w="0" h="94104">
                  <a:moveTo>
                    <a:pt x="0" y="0"/>
                  </a:moveTo>
                  <a:lnTo>
                    <a:pt x="0" y="9410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9545876" y="6903816"/>
              <a:ext cx="627036" cy="417673"/>
            </a:xfrm>
            <a:custGeom>
              <a:avLst/>
              <a:pathLst>
                <a:path w="627036" h="417673">
                  <a:moveTo>
                    <a:pt x="0" y="0"/>
                  </a:moveTo>
                  <a:lnTo>
                    <a:pt x="0" y="417673"/>
                  </a:lnTo>
                  <a:lnTo>
                    <a:pt x="627036" y="417673"/>
                  </a:lnTo>
                  <a:lnTo>
                    <a:pt x="627036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9545876" y="7181367"/>
              <a:ext cx="627036" cy="0"/>
            </a:xfrm>
            <a:custGeom>
              <a:avLst/>
              <a:pathLst>
                <a:path w="627036" h="0">
                  <a:moveTo>
                    <a:pt x="0" y="0"/>
                  </a:moveTo>
                  <a:lnTo>
                    <a:pt x="62703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10695443" y="6896406"/>
              <a:ext cx="0" cy="430192"/>
            </a:xfrm>
            <a:custGeom>
              <a:avLst/>
              <a:pathLst>
                <a:path w="0" h="430192">
                  <a:moveTo>
                    <a:pt x="0" y="43019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0695443" y="7642966"/>
              <a:ext cx="0" cy="121751"/>
            </a:xfrm>
            <a:custGeom>
              <a:avLst/>
              <a:pathLst>
                <a:path w="0" h="121751">
                  <a:moveTo>
                    <a:pt x="0" y="0"/>
                  </a:moveTo>
                  <a:lnTo>
                    <a:pt x="0" y="12175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10381925" y="7326599"/>
              <a:ext cx="627036" cy="316367"/>
            </a:xfrm>
            <a:custGeom>
              <a:avLst/>
              <a:pathLst>
                <a:path w="627036" h="316367">
                  <a:moveTo>
                    <a:pt x="0" y="0"/>
                  </a:moveTo>
                  <a:lnTo>
                    <a:pt x="0" y="316367"/>
                  </a:lnTo>
                  <a:lnTo>
                    <a:pt x="627036" y="316367"/>
                  </a:lnTo>
                  <a:lnTo>
                    <a:pt x="627036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0381925" y="7601053"/>
              <a:ext cx="627036" cy="0"/>
            </a:xfrm>
            <a:custGeom>
              <a:avLst/>
              <a:pathLst>
                <a:path w="627036" h="0">
                  <a:moveTo>
                    <a:pt x="0" y="0"/>
                  </a:moveTo>
                  <a:lnTo>
                    <a:pt x="62703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1531492" y="7135418"/>
              <a:ext cx="0" cy="11075"/>
            </a:xfrm>
            <a:custGeom>
              <a:avLst/>
              <a:pathLst>
                <a:path w="0" h="11075">
                  <a:moveTo>
                    <a:pt x="0" y="1107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1531492" y="7284160"/>
              <a:ext cx="0" cy="22918"/>
            </a:xfrm>
            <a:custGeom>
              <a:avLst/>
              <a:pathLst>
                <a:path w="0" h="22918">
                  <a:moveTo>
                    <a:pt x="0" y="0"/>
                  </a:moveTo>
                  <a:lnTo>
                    <a:pt x="0" y="2291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11217974" y="7146494"/>
              <a:ext cx="627036" cy="137665"/>
            </a:xfrm>
            <a:custGeom>
              <a:avLst/>
              <a:pathLst>
                <a:path w="627036" h="137665">
                  <a:moveTo>
                    <a:pt x="0" y="0"/>
                  </a:moveTo>
                  <a:lnTo>
                    <a:pt x="0" y="137665"/>
                  </a:lnTo>
                  <a:lnTo>
                    <a:pt x="627036" y="137665"/>
                  </a:lnTo>
                  <a:lnTo>
                    <a:pt x="627036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11217974" y="7197563"/>
              <a:ext cx="627036" cy="0"/>
            </a:xfrm>
            <a:custGeom>
              <a:avLst/>
              <a:pathLst>
                <a:path w="627036" h="0">
                  <a:moveTo>
                    <a:pt x="0" y="0"/>
                  </a:moveTo>
                  <a:lnTo>
                    <a:pt x="62703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12367541" y="6781846"/>
              <a:ext cx="0" cy="152336"/>
            </a:xfrm>
            <a:custGeom>
              <a:avLst/>
              <a:pathLst>
                <a:path w="0" h="152336">
                  <a:moveTo>
                    <a:pt x="0" y="15233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12367541" y="7159627"/>
              <a:ext cx="0" cy="208508"/>
            </a:xfrm>
            <a:custGeom>
              <a:avLst/>
              <a:pathLst>
                <a:path w="0" h="208508">
                  <a:moveTo>
                    <a:pt x="0" y="0"/>
                  </a:moveTo>
                  <a:lnTo>
                    <a:pt x="0" y="20850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12054023" y="6934182"/>
              <a:ext cx="627036" cy="225444"/>
            </a:xfrm>
            <a:custGeom>
              <a:avLst/>
              <a:pathLst>
                <a:path w="627036" h="225444">
                  <a:moveTo>
                    <a:pt x="0" y="0"/>
                  </a:moveTo>
                  <a:lnTo>
                    <a:pt x="0" y="225444"/>
                  </a:lnTo>
                  <a:lnTo>
                    <a:pt x="627036" y="225444"/>
                  </a:lnTo>
                  <a:lnTo>
                    <a:pt x="627036" y="0"/>
                  </a:lnTo>
                  <a:close/>
                </a:path>
              </a:pathLst>
            </a:custGeom>
            <a:solidFill>
              <a:srgbClr val="FFFFFF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12054023" y="7018166"/>
              <a:ext cx="627036" cy="0"/>
            </a:xfrm>
            <a:custGeom>
              <a:avLst/>
              <a:pathLst>
                <a:path w="627036" h="0">
                  <a:moveTo>
                    <a:pt x="0" y="0"/>
                  </a:moveTo>
                  <a:lnTo>
                    <a:pt x="627036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9039217" y="7333584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9010610" y="7313027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9014505" y="6879595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8981291" y="7202783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9053220" y="7082942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8908226" y="6179122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9745318" y="7030628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9778796" y="7296929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9880010" y="7384134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9881176" y="7268672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9815459" y="6818678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9845890" y="6715949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0686171" y="7733552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10725290" y="7615858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10686780" y="7539625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0689204" y="7213746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10603408" y="6864359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10582685" y="7599194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11547902" y="7148725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11441315" y="6683730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11418691" y="7183564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11512364" y="7276116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1459988" y="7103891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1539273" y="7532901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2283377" y="6750159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2360636" y="7062483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2404925" y="7336958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2395274" y="6910066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2332004" y="6899579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2363168" y="7150198"/>
              <a:ext cx="63202" cy="63202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tx383"/>
            <p:cNvSpPr/>
            <p:nvPr/>
          </p:nvSpPr>
          <p:spPr>
            <a:xfrm>
              <a:off x="10859328" y="5402284"/>
              <a:ext cx="1344327" cy="1325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ANOVA p-value = 0.1</a:t>
              </a:r>
            </a:p>
          </p:txBody>
        </p:sp>
        <p:sp>
          <p:nvSpPr>
            <p:cNvPr id="384" name="rc384"/>
            <p:cNvSpPr/>
            <p:nvPr/>
          </p:nvSpPr>
          <p:spPr>
            <a:xfrm>
              <a:off x="8521715" y="5370507"/>
              <a:ext cx="4347455" cy="2508677"/>
            </a:xfrm>
            <a:prstGeom prst="rect">
              <a:avLst/>
            </a:prstGeom>
            <a:ln w="40651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8521715" y="5370507"/>
              <a:ext cx="4347455" cy="0"/>
            </a:xfrm>
            <a:custGeom>
              <a:avLst/>
              <a:pathLst>
                <a:path w="4347455" h="0">
                  <a:moveTo>
                    <a:pt x="0" y="0"/>
                  </a:moveTo>
                  <a:lnTo>
                    <a:pt x="4347455" y="0"/>
                  </a:lnTo>
                </a:path>
              </a:pathLst>
            </a:custGeom>
            <a:ln w="2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9023345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9859394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10695443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11531492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12367541" y="5279067"/>
              <a:ext cx="0" cy="91440"/>
            </a:xfrm>
            <a:custGeom>
              <a:avLst/>
              <a:pathLst>
                <a:path w="0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tx391"/>
            <p:cNvSpPr/>
            <p:nvPr/>
          </p:nvSpPr>
          <p:spPr>
            <a:xfrm>
              <a:off x="8183371" y="7102580"/>
              <a:ext cx="183641" cy="1189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16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8183371" y="6267661"/>
              <a:ext cx="183641" cy="1149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17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8183371" y="5424681"/>
              <a:ext cx="183641" cy="1190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18</a:t>
              </a:r>
            </a:p>
          </p:txBody>
        </p:sp>
        <p:sp>
          <p:nvSpPr>
            <p:cNvPr id="394" name="pl394"/>
            <p:cNvSpPr/>
            <p:nvPr/>
          </p:nvSpPr>
          <p:spPr>
            <a:xfrm>
              <a:off x="8430275" y="7162276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8430275" y="6323407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8430275" y="5484538"/>
              <a:ext cx="91439" cy="0"/>
            </a:xfrm>
            <a:custGeom>
              <a:avLst/>
              <a:pathLst>
                <a:path w="91439" h="0">
                  <a:moveTo>
                    <a:pt x="0" y="0"/>
                  </a:moveTo>
                  <a:lnTo>
                    <a:pt x="91439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12869170" y="5370507"/>
              <a:ext cx="0" cy="2508677"/>
            </a:xfrm>
            <a:custGeom>
              <a:avLst/>
              <a:pathLst>
                <a:path w="0" h="2508677">
                  <a:moveTo>
                    <a:pt x="0" y="2508677"/>
                  </a:moveTo>
                  <a:lnTo>
                    <a:pt x="0" y="0"/>
                  </a:lnTo>
                </a:path>
              </a:pathLst>
            </a:custGeom>
            <a:ln w="2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12869170" y="716227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12869170" y="6323407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12869170" y="548453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9023345" y="7879184"/>
              <a:ext cx="0" cy="91439"/>
            </a:xfrm>
            <a:custGeom>
              <a:avLst/>
              <a:pathLst>
                <a:path w="0" h="91439">
                  <a:moveTo>
                    <a:pt x="0" y="9143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9859394" y="7879184"/>
              <a:ext cx="0" cy="91439"/>
            </a:xfrm>
            <a:custGeom>
              <a:avLst/>
              <a:pathLst>
                <a:path w="0" h="91439">
                  <a:moveTo>
                    <a:pt x="0" y="9143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10695443" y="7879184"/>
              <a:ext cx="0" cy="91439"/>
            </a:xfrm>
            <a:custGeom>
              <a:avLst/>
              <a:pathLst>
                <a:path w="0" h="91439">
                  <a:moveTo>
                    <a:pt x="0" y="9143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11531492" y="7879184"/>
              <a:ext cx="0" cy="91439"/>
            </a:xfrm>
            <a:custGeom>
              <a:avLst/>
              <a:pathLst>
                <a:path w="0" h="91439">
                  <a:moveTo>
                    <a:pt x="0" y="9143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12367541" y="7879184"/>
              <a:ext cx="0" cy="91439"/>
            </a:xfrm>
            <a:custGeom>
              <a:avLst/>
              <a:pathLst>
                <a:path w="0" h="91439">
                  <a:moveTo>
                    <a:pt x="0" y="91439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tx406"/>
            <p:cNvSpPr/>
            <p:nvPr/>
          </p:nvSpPr>
          <p:spPr>
            <a:xfrm>
              <a:off x="8803185" y="8030824"/>
              <a:ext cx="440320" cy="1214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Water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9648384" y="8030179"/>
              <a:ext cx="422020" cy="122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Fresh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9634558" y="8208729"/>
              <a:ext cx="449671" cy="1218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media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10479717" y="7996240"/>
              <a:ext cx="431452" cy="1560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Spent</a:t>
              </a:r>
            </a:p>
          </p:txBody>
        </p:sp>
        <p:sp>
          <p:nvSpPr>
            <p:cNvPr id="410" name="tx410"/>
            <p:cNvSpPr/>
            <p:nvPr/>
          </p:nvSpPr>
          <p:spPr>
            <a:xfrm>
              <a:off x="10470607" y="8208729"/>
              <a:ext cx="449671" cy="1218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media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11334146" y="8030421"/>
              <a:ext cx="394692" cy="1218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Dead</a:t>
              </a:r>
            </a:p>
          </p:txBody>
        </p:sp>
        <p:sp>
          <p:nvSpPr>
            <p:cNvPr id="412" name="tx412"/>
            <p:cNvSpPr/>
            <p:nvPr/>
          </p:nvSpPr>
          <p:spPr>
            <a:xfrm>
              <a:off x="11366352" y="8208890"/>
              <a:ext cx="330280" cy="1217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cells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2128839" y="7996965"/>
              <a:ext cx="477403" cy="155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Phage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2151895" y="8176805"/>
              <a:ext cx="431291" cy="1538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lysate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0232439" y="8553077"/>
              <a:ext cx="926008" cy="1495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Treatment</a:t>
              </a:r>
            </a:p>
          </p:txBody>
        </p:sp>
        <p:sp>
          <p:nvSpPr>
            <p:cNvPr id="416" name="tx416"/>
            <p:cNvSpPr/>
            <p:nvPr/>
          </p:nvSpPr>
          <p:spPr>
            <a:xfrm rot="-5400000">
              <a:off x="6909712" y="6528802"/>
              <a:ext cx="1886346" cy="1920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Sporulation onset (h)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5422612" y="1801181"/>
              <a:ext cx="146744" cy="1462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9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240500" y="5422205"/>
              <a:ext cx="146744" cy="1462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9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7704954" y="5415359"/>
              <a:ext cx="146744" cy="1530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9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joyobrien</cp:lastModifiedBy>
  <cp:revision>7</cp:revision>
  <dcterms:created xsi:type="dcterms:W3CDTF">2015-07-14T21:05:00Z</dcterms:created>
  <dcterms:modified xsi:type="dcterms:W3CDTF">2026-01-20T12:45:49Z</dcterms:modified>
</cp:coreProperties>
</file>